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82" r:id="rId3"/>
    <p:sldId id="285" r:id="rId4"/>
    <p:sldId id="347" r:id="rId5"/>
    <p:sldId id="348" r:id="rId6"/>
    <p:sldId id="286" r:id="rId7"/>
    <p:sldId id="319" r:id="rId8"/>
    <p:sldId id="320" r:id="rId9"/>
    <p:sldId id="332" r:id="rId10"/>
    <p:sldId id="349" r:id="rId11"/>
    <p:sldId id="333" r:id="rId12"/>
    <p:sldId id="334" r:id="rId13"/>
    <p:sldId id="335" r:id="rId14"/>
    <p:sldId id="266" r:id="rId15"/>
    <p:sldId id="336" r:id="rId16"/>
    <p:sldId id="337" r:id="rId17"/>
    <p:sldId id="338" r:id="rId18"/>
    <p:sldId id="269" r:id="rId19"/>
    <p:sldId id="270" r:id="rId20"/>
    <p:sldId id="271" r:id="rId21"/>
    <p:sldId id="321" r:id="rId22"/>
    <p:sldId id="339" r:id="rId23"/>
    <p:sldId id="350" r:id="rId24"/>
    <p:sldId id="330" r:id="rId25"/>
    <p:sldId id="331" r:id="rId26"/>
    <p:sldId id="353" r:id="rId27"/>
    <p:sldId id="354" r:id="rId28"/>
    <p:sldId id="283" r:id="rId29"/>
    <p:sldId id="342" r:id="rId30"/>
    <p:sldId id="317" r:id="rId31"/>
    <p:sldId id="351" r:id="rId32"/>
    <p:sldId id="352" r:id="rId33"/>
    <p:sldId id="343" r:id="rId34"/>
    <p:sldId id="279" r:id="rId35"/>
    <p:sldId id="277" r:id="rId36"/>
    <p:sldId id="324" r:id="rId37"/>
    <p:sldId id="325" r:id="rId38"/>
    <p:sldId id="326" r:id="rId39"/>
    <p:sldId id="327" r:id="rId40"/>
    <p:sldId id="284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B5EC"/>
    <a:srgbClr val="4DC1ED"/>
    <a:srgbClr val="B2B8C2"/>
    <a:srgbClr val="0671B5"/>
    <a:srgbClr val="4BB6E0"/>
    <a:srgbClr val="F6F8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8"/>
    <p:restoredTop sz="94453"/>
  </p:normalViewPr>
  <p:slideViewPr>
    <p:cSldViewPr snapToGrid="0" snapToObjects="1">
      <p:cViewPr varScale="1">
        <p:scale>
          <a:sx n="80" d="100"/>
          <a:sy n="80" d="100"/>
        </p:scale>
        <p:origin x="974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1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Людмила Босова" userId="d95e54d8ce3eba73" providerId="LiveId" clId="{805B4E32-272B-42F8-8D57-16154222D328}"/>
    <pc:docChg chg="delSld modSld">
      <pc:chgData name="Людмила Босова" userId="d95e54d8ce3eba73" providerId="LiveId" clId="{805B4E32-272B-42F8-8D57-16154222D328}" dt="2022-07-19T12:15:59.464" v="43"/>
      <pc:docMkLst>
        <pc:docMk/>
      </pc:docMkLst>
      <pc:sldChg chg="modSp mod">
        <pc:chgData name="Людмила Босова" userId="d95e54d8ce3eba73" providerId="LiveId" clId="{805B4E32-272B-42F8-8D57-16154222D328}" dt="2022-07-19T12:08:29.853" v="0" actId="20577"/>
        <pc:sldMkLst>
          <pc:docMk/>
          <pc:sldMk cId="3393595353" sldId="256"/>
        </pc:sldMkLst>
        <pc:spChg chg="mod">
          <ac:chgData name="Людмила Босова" userId="d95e54d8ce3eba73" providerId="LiveId" clId="{805B4E32-272B-42F8-8D57-16154222D328}" dt="2022-07-19T12:08:29.853" v="0" actId="20577"/>
          <ac:spMkLst>
            <pc:docMk/>
            <pc:sldMk cId="3393595353" sldId="256"/>
            <ac:spMk id="5" creationId="{7DB4B726-2C8C-7961-7DB8-B7FE6AE442AB}"/>
          </ac:spMkLst>
        </pc:spChg>
      </pc:sldChg>
      <pc:sldChg chg="modSp mod">
        <pc:chgData name="Людмила Босова" userId="d95e54d8ce3eba73" providerId="LiveId" clId="{805B4E32-272B-42F8-8D57-16154222D328}" dt="2022-07-19T12:11:17.845" v="20" actId="1076"/>
        <pc:sldMkLst>
          <pc:docMk/>
          <pc:sldMk cId="2357063168" sldId="269"/>
        </pc:sldMkLst>
        <pc:spChg chg="mod">
          <ac:chgData name="Людмила Босова" userId="d95e54d8ce3eba73" providerId="LiveId" clId="{805B4E32-272B-42F8-8D57-16154222D328}" dt="2022-07-19T12:11:17.845" v="20" actId="1076"/>
          <ac:spMkLst>
            <pc:docMk/>
            <pc:sldMk cId="2357063168" sldId="269"/>
            <ac:spMk id="12290" creationId="{013B2EA5-E91C-9649-9AB2-749E660F316C}"/>
          </ac:spMkLst>
        </pc:spChg>
      </pc:sldChg>
      <pc:sldChg chg="modAnim">
        <pc:chgData name="Людмила Босова" userId="d95e54d8ce3eba73" providerId="LiveId" clId="{805B4E32-272B-42F8-8D57-16154222D328}" dt="2022-07-19T12:15:48.661" v="35"/>
        <pc:sldMkLst>
          <pc:docMk/>
          <pc:sldMk cId="603459476" sldId="285"/>
        </pc:sldMkLst>
      </pc:sldChg>
      <pc:sldChg chg="delSp modSp modAnim">
        <pc:chgData name="Людмила Босова" userId="d95e54d8ce3eba73" providerId="LiveId" clId="{805B4E32-272B-42F8-8D57-16154222D328}" dt="2022-07-19T12:09:29.299" v="3" actId="20577"/>
        <pc:sldMkLst>
          <pc:docMk/>
          <pc:sldMk cId="335336332" sldId="319"/>
        </pc:sldMkLst>
        <pc:spChg chg="mod">
          <ac:chgData name="Людмила Босова" userId="d95e54d8ce3eba73" providerId="LiveId" clId="{805B4E32-272B-42F8-8D57-16154222D328}" dt="2022-07-19T12:09:29.299" v="3" actId="20577"/>
          <ac:spMkLst>
            <pc:docMk/>
            <pc:sldMk cId="335336332" sldId="319"/>
            <ac:spMk id="6" creationId="{F5E083BA-EF6F-A227-CA26-71B05FF7614A}"/>
          </ac:spMkLst>
        </pc:spChg>
        <pc:spChg chg="del">
          <ac:chgData name="Людмила Босова" userId="d95e54d8ce3eba73" providerId="LiveId" clId="{805B4E32-272B-42F8-8D57-16154222D328}" dt="2022-07-19T12:09:16.759" v="2" actId="478"/>
          <ac:spMkLst>
            <pc:docMk/>
            <pc:sldMk cId="335336332" sldId="319"/>
            <ac:spMk id="7" creationId="{BE775007-9582-ABE5-A690-E903AF337AD6}"/>
          </ac:spMkLst>
        </pc:spChg>
      </pc:sldChg>
      <pc:sldChg chg="modSp mod">
        <pc:chgData name="Людмила Босова" userId="d95e54d8ce3eba73" providerId="LiveId" clId="{805B4E32-272B-42F8-8D57-16154222D328}" dt="2022-07-19T12:13:23.172" v="29" actId="1076"/>
        <pc:sldMkLst>
          <pc:docMk/>
          <pc:sldMk cId="1590030324" sldId="331"/>
        </pc:sldMkLst>
        <pc:spChg chg="mod">
          <ac:chgData name="Людмила Босова" userId="d95e54d8ce3eba73" providerId="LiveId" clId="{805B4E32-272B-42F8-8D57-16154222D328}" dt="2022-07-19T12:13:12.307" v="28" actId="948"/>
          <ac:spMkLst>
            <pc:docMk/>
            <pc:sldMk cId="1590030324" sldId="331"/>
            <ac:spMk id="6" creationId="{FA45ECE9-520A-9356-6F7A-6B8CF91DD69C}"/>
          </ac:spMkLst>
        </pc:spChg>
        <pc:picChg chg="mod">
          <ac:chgData name="Людмила Босова" userId="d95e54d8ce3eba73" providerId="LiveId" clId="{805B4E32-272B-42F8-8D57-16154222D328}" dt="2022-07-19T12:13:23.172" v="29" actId="1076"/>
          <ac:picMkLst>
            <pc:docMk/>
            <pc:sldMk cId="1590030324" sldId="331"/>
            <ac:picMk id="5" creationId="{DFB14B12-F194-4C2C-AD84-414FD438A1B9}"/>
          </ac:picMkLst>
        </pc:picChg>
      </pc:sldChg>
      <pc:sldChg chg="modSp mod">
        <pc:chgData name="Людмила Босова" userId="d95e54d8ce3eba73" providerId="LiveId" clId="{805B4E32-272B-42F8-8D57-16154222D328}" dt="2022-07-19T12:10:05.078" v="10" actId="20577"/>
        <pc:sldMkLst>
          <pc:docMk/>
          <pc:sldMk cId="652271573" sldId="333"/>
        </pc:sldMkLst>
        <pc:spChg chg="mod">
          <ac:chgData name="Людмила Босова" userId="d95e54d8ce3eba73" providerId="LiveId" clId="{805B4E32-272B-42F8-8D57-16154222D328}" dt="2022-07-19T12:10:05.078" v="10" actId="20577"/>
          <ac:spMkLst>
            <pc:docMk/>
            <pc:sldMk cId="652271573" sldId="333"/>
            <ac:spMk id="5" creationId="{4013C3C7-304F-AFA5-0A50-5E721A42C7E2}"/>
          </ac:spMkLst>
        </pc:spChg>
      </pc:sldChg>
      <pc:sldChg chg="modSp mod">
        <pc:chgData name="Людмила Босова" userId="d95e54d8ce3eba73" providerId="LiveId" clId="{805B4E32-272B-42F8-8D57-16154222D328}" dt="2022-07-19T12:10:27.064" v="18" actId="20577"/>
        <pc:sldMkLst>
          <pc:docMk/>
          <pc:sldMk cId="3262808865" sldId="334"/>
        </pc:sldMkLst>
        <pc:spChg chg="mod">
          <ac:chgData name="Людмила Босова" userId="d95e54d8ce3eba73" providerId="LiveId" clId="{805B4E32-272B-42F8-8D57-16154222D328}" dt="2022-07-19T12:10:27.064" v="18" actId="20577"/>
          <ac:spMkLst>
            <pc:docMk/>
            <pc:sldMk cId="3262808865" sldId="334"/>
            <ac:spMk id="12" creationId="{2B4B9E44-925D-AC7B-B597-4E3F9CB46BD1}"/>
          </ac:spMkLst>
        </pc:spChg>
      </pc:sldChg>
      <pc:sldChg chg="modSp mod">
        <pc:chgData name="Людмила Босова" userId="d95e54d8ce3eba73" providerId="LiveId" clId="{805B4E32-272B-42F8-8D57-16154222D328}" dt="2022-07-19T12:11:09.157" v="19" actId="6549"/>
        <pc:sldMkLst>
          <pc:docMk/>
          <pc:sldMk cId="1716114113" sldId="338"/>
        </pc:sldMkLst>
        <pc:spChg chg="mod">
          <ac:chgData name="Людмила Босова" userId="d95e54d8ce3eba73" providerId="LiveId" clId="{805B4E32-272B-42F8-8D57-16154222D328}" dt="2022-07-19T12:11:09.157" v="19" actId="6549"/>
          <ac:spMkLst>
            <pc:docMk/>
            <pc:sldMk cId="1716114113" sldId="338"/>
            <ac:spMk id="2" creationId="{7AC49872-AC7A-68E0-38B9-79A6572DEB1C}"/>
          </ac:spMkLst>
        </pc:spChg>
      </pc:sldChg>
      <pc:sldChg chg="modSp mod">
        <pc:chgData name="Людмила Босова" userId="d95e54d8ce3eba73" providerId="LiveId" clId="{805B4E32-272B-42F8-8D57-16154222D328}" dt="2022-07-19T12:12:02.253" v="26" actId="948"/>
        <pc:sldMkLst>
          <pc:docMk/>
          <pc:sldMk cId="1356042029" sldId="339"/>
        </pc:sldMkLst>
        <pc:spChg chg="mod">
          <ac:chgData name="Людмила Босова" userId="d95e54d8ce3eba73" providerId="LiveId" clId="{805B4E32-272B-42F8-8D57-16154222D328}" dt="2022-07-19T12:12:02.253" v="26" actId="948"/>
          <ac:spMkLst>
            <pc:docMk/>
            <pc:sldMk cId="1356042029" sldId="339"/>
            <ac:spMk id="3" creationId="{EB03BCEB-B755-70C9-DC14-FBE2BFB64D60}"/>
          </ac:spMkLst>
        </pc:spChg>
      </pc:sldChg>
      <pc:sldChg chg="del">
        <pc:chgData name="Людмила Босова" userId="d95e54d8ce3eba73" providerId="LiveId" clId="{805B4E32-272B-42F8-8D57-16154222D328}" dt="2022-07-19T12:08:59.072" v="1" actId="47"/>
        <pc:sldMkLst>
          <pc:docMk/>
          <pc:sldMk cId="355506702" sldId="346"/>
        </pc:sldMkLst>
      </pc:sldChg>
      <pc:sldChg chg="modAnim">
        <pc:chgData name="Людмила Босова" userId="d95e54d8ce3eba73" providerId="LiveId" clId="{805B4E32-272B-42F8-8D57-16154222D328}" dt="2022-07-19T12:15:54.477" v="41"/>
        <pc:sldMkLst>
          <pc:docMk/>
          <pc:sldMk cId="1745710368" sldId="347"/>
        </pc:sldMkLst>
      </pc:sldChg>
      <pc:sldChg chg="modAnim">
        <pc:chgData name="Людмила Босова" userId="d95e54d8ce3eba73" providerId="LiveId" clId="{805B4E32-272B-42F8-8D57-16154222D328}" dt="2022-07-19T12:15:59.464" v="43"/>
        <pc:sldMkLst>
          <pc:docMk/>
          <pc:sldMk cId="2845757077" sldId="348"/>
        </pc:sldMkLst>
      </pc:sldChg>
      <pc:sldChg chg="modSp">
        <pc:chgData name="Людмила Босова" userId="d95e54d8ce3eba73" providerId="LiveId" clId="{805B4E32-272B-42F8-8D57-16154222D328}" dt="2022-07-19T12:09:47.470" v="5" actId="20577"/>
        <pc:sldMkLst>
          <pc:docMk/>
          <pc:sldMk cId="416719906" sldId="349"/>
        </pc:sldMkLst>
        <pc:graphicFrameChg chg="mod">
          <ac:chgData name="Людмила Босова" userId="d95e54d8ce3eba73" providerId="LiveId" clId="{805B4E32-272B-42F8-8D57-16154222D328}" dt="2022-07-19T12:09:47.470" v="5" actId="20577"/>
          <ac:graphicFrameMkLst>
            <pc:docMk/>
            <pc:sldMk cId="416719906" sldId="349"/>
            <ac:graphicFrameMk id="5" creationId="{7544B770-19B2-4A1F-BAFF-93D3F0040DC5}"/>
          </ac:graphicFrameMkLst>
        </pc:graphicFrameChg>
      </pc:sldChg>
      <pc:sldChg chg="modSp mod">
        <pc:chgData name="Людмила Босова" userId="d95e54d8ce3eba73" providerId="LiveId" clId="{805B4E32-272B-42F8-8D57-16154222D328}" dt="2022-07-19T12:12:22.788" v="27" actId="20577"/>
        <pc:sldMkLst>
          <pc:docMk/>
          <pc:sldMk cId="2294541016" sldId="350"/>
        </pc:sldMkLst>
        <pc:spChg chg="mod">
          <ac:chgData name="Людмила Босова" userId="d95e54d8ce3eba73" providerId="LiveId" clId="{805B4E32-272B-42F8-8D57-16154222D328}" dt="2022-07-19T12:12:22.788" v="27" actId="20577"/>
          <ac:spMkLst>
            <pc:docMk/>
            <pc:sldMk cId="2294541016" sldId="350"/>
            <ac:spMk id="3" creationId="{930867D0-8592-40D6-B840-AC9E42D78388}"/>
          </ac:spMkLst>
        </pc:spChg>
      </pc:sldChg>
    </pc:docChg>
  </pc:docChgLst>
  <pc:docChgLst>
    <pc:chgData name="Людмила Босова" userId="d95e54d8ce3eba73" providerId="LiveId" clId="{57EB27DD-23E7-434C-BAB9-286FCCEF119D}"/>
    <pc:docChg chg="modSld">
      <pc:chgData name="Людмила Босова" userId="d95e54d8ce3eba73" providerId="LiveId" clId="{57EB27DD-23E7-434C-BAB9-286FCCEF119D}" dt="2022-07-16T07:08:41.423" v="46" actId="20577"/>
      <pc:docMkLst>
        <pc:docMk/>
      </pc:docMkLst>
      <pc:sldChg chg="modSp mod">
        <pc:chgData name="Людмила Босова" userId="d95e54d8ce3eba73" providerId="LiveId" clId="{57EB27DD-23E7-434C-BAB9-286FCCEF119D}" dt="2022-07-16T07:08:41.423" v="46" actId="20577"/>
        <pc:sldMkLst>
          <pc:docMk/>
          <pc:sldMk cId="3393595353" sldId="256"/>
        </pc:sldMkLst>
        <pc:spChg chg="mod">
          <ac:chgData name="Людмила Босова" userId="d95e54d8ce3eba73" providerId="LiveId" clId="{57EB27DD-23E7-434C-BAB9-286FCCEF119D}" dt="2022-07-16T07:08:41.423" v="46" actId="20577"/>
          <ac:spMkLst>
            <pc:docMk/>
            <pc:sldMk cId="3393595353" sldId="256"/>
            <ac:spMk id="5" creationId="{7DB4B726-2C8C-7961-7DB8-B7FE6AE442A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4FE80F-A0D2-409D-AA54-E65120D981B7}" type="doc">
      <dgm:prSet loTypeId="urn:microsoft.com/office/officeart/2005/8/layout/balance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FCCC88E-F91D-4594-ACA3-247C95603EE5}">
      <dgm:prSet phldrT="[Текст]"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IP</a:t>
          </a:r>
          <a:r>
            <a:rPr lang="ru-RU" dirty="0">
              <a:solidFill>
                <a:schemeClr val="tx2"/>
              </a:solidFill>
            </a:rPr>
            <a:t>-адресация</a:t>
          </a:r>
        </a:p>
      </dgm:t>
    </dgm:pt>
    <dgm:pt modelId="{FA8A064A-9278-4E48-8F2F-F1D03A4B10F6}" type="parTrans" cxnId="{EB5FEDB6-C03B-4771-9EA5-7580D8D4FAFA}">
      <dgm:prSet/>
      <dgm:spPr/>
      <dgm:t>
        <a:bodyPr/>
        <a:lstStyle/>
        <a:p>
          <a:endParaRPr lang="ru-RU"/>
        </a:p>
      </dgm:t>
    </dgm:pt>
    <dgm:pt modelId="{D5288A91-EE20-46FB-975B-6398CA99369F}" type="sibTrans" cxnId="{EB5FEDB6-C03B-4771-9EA5-7580D8D4FAFA}">
      <dgm:prSet/>
      <dgm:spPr/>
      <dgm:t>
        <a:bodyPr/>
        <a:lstStyle/>
        <a:p>
          <a:endParaRPr lang="ru-RU"/>
        </a:p>
      </dgm:t>
    </dgm:pt>
    <dgm:pt modelId="{3FCD3EEF-C321-4E56-B820-44BC292768F5}">
      <dgm:prSet phldrT="[Текст]"/>
      <dgm:spPr/>
      <dgm:t>
        <a:bodyPr/>
        <a:lstStyle/>
        <a:p>
          <a:r>
            <a:rPr lang="en-US" dirty="0"/>
            <a:t>1100001001010101</a:t>
          </a:r>
        </a:p>
        <a:p>
          <a:r>
            <a:rPr lang="en-US" dirty="0"/>
            <a:t>1010100101010010</a:t>
          </a:r>
          <a:endParaRPr lang="ru-RU" dirty="0"/>
        </a:p>
      </dgm:t>
    </dgm:pt>
    <dgm:pt modelId="{57DE11BC-4CC3-4889-91DA-D6B9EC7DAE2C}" type="parTrans" cxnId="{14031EDE-4417-4A9D-9AEA-0C5D0DB7E54F}">
      <dgm:prSet/>
      <dgm:spPr/>
      <dgm:t>
        <a:bodyPr/>
        <a:lstStyle/>
        <a:p>
          <a:endParaRPr lang="ru-RU"/>
        </a:p>
      </dgm:t>
    </dgm:pt>
    <dgm:pt modelId="{B30DDEFD-7277-4A09-AC7D-A55386078864}" type="sibTrans" cxnId="{14031EDE-4417-4A9D-9AEA-0C5D0DB7E54F}">
      <dgm:prSet/>
      <dgm:spPr/>
      <dgm:t>
        <a:bodyPr/>
        <a:lstStyle/>
        <a:p>
          <a:endParaRPr lang="ru-RU"/>
        </a:p>
      </dgm:t>
    </dgm:pt>
    <dgm:pt modelId="{6BB3E704-2A30-4DA2-80BE-C7C357D05D6B}">
      <dgm:prSet phldrT="[Текст]"/>
      <dgm:spPr/>
      <dgm:t>
        <a:bodyPr/>
        <a:lstStyle/>
        <a:p>
          <a:r>
            <a:rPr lang="ru-RU" dirty="0">
              <a:solidFill>
                <a:schemeClr val="tx2"/>
              </a:solidFill>
            </a:rPr>
            <a:t>Доменная система имён</a:t>
          </a:r>
        </a:p>
      </dgm:t>
    </dgm:pt>
    <dgm:pt modelId="{0427CD10-478D-4D87-91A3-61990106942C}" type="parTrans" cxnId="{8EE010E1-F9D9-4817-8DCB-47A7112FDD1E}">
      <dgm:prSet/>
      <dgm:spPr/>
      <dgm:t>
        <a:bodyPr/>
        <a:lstStyle/>
        <a:p>
          <a:endParaRPr lang="ru-RU"/>
        </a:p>
      </dgm:t>
    </dgm:pt>
    <dgm:pt modelId="{E65D2B64-EB1D-49FC-A62E-27CCF71F76F5}" type="sibTrans" cxnId="{8EE010E1-F9D9-4817-8DCB-47A7112FDD1E}">
      <dgm:prSet/>
      <dgm:spPr/>
      <dgm:t>
        <a:bodyPr/>
        <a:lstStyle/>
        <a:p>
          <a:endParaRPr lang="ru-RU"/>
        </a:p>
      </dgm:t>
    </dgm:pt>
    <dgm:pt modelId="{DF9FBA64-F91C-41AA-9B55-FE6542C6D34A}">
      <dgm:prSet phldrT="[Текст]" custT="1"/>
      <dgm:spPr/>
      <dgm:t>
        <a:bodyPr/>
        <a:lstStyle/>
        <a:p>
          <a:r>
            <a:rPr lang="en-US" sz="2800" dirty="0"/>
            <a:t>bebras.ru</a:t>
          </a:r>
          <a:endParaRPr lang="ru-RU" sz="2800" dirty="0"/>
        </a:p>
      </dgm:t>
    </dgm:pt>
    <dgm:pt modelId="{7C53ADEE-774F-4C85-9DBA-E0A84B556960}" type="parTrans" cxnId="{BCF10BC0-5AF9-44A0-8F41-82CFC57BA476}">
      <dgm:prSet/>
      <dgm:spPr/>
      <dgm:t>
        <a:bodyPr/>
        <a:lstStyle/>
        <a:p>
          <a:endParaRPr lang="ru-RU"/>
        </a:p>
      </dgm:t>
    </dgm:pt>
    <dgm:pt modelId="{60BDDAEE-D038-48A1-8898-3E68D2B2C935}" type="sibTrans" cxnId="{BCF10BC0-5AF9-44A0-8F41-82CFC57BA476}">
      <dgm:prSet/>
      <dgm:spPr/>
      <dgm:t>
        <a:bodyPr/>
        <a:lstStyle/>
        <a:p>
          <a:endParaRPr lang="ru-RU"/>
        </a:p>
      </dgm:t>
    </dgm:pt>
    <dgm:pt modelId="{635B07BF-B881-4F25-9D03-9D9E22B8C28A}" type="pres">
      <dgm:prSet presAssocID="{0B4FE80F-A0D2-409D-AA54-E65120D981B7}" presName="outerComposite" presStyleCnt="0">
        <dgm:presLayoutVars>
          <dgm:chMax val="2"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A37CC9B-112B-4726-AEDC-0114F69C268D}" type="pres">
      <dgm:prSet presAssocID="{0B4FE80F-A0D2-409D-AA54-E65120D981B7}" presName="dummyMaxCanvas" presStyleCnt="0"/>
      <dgm:spPr/>
    </dgm:pt>
    <dgm:pt modelId="{4310B628-7B74-4F56-A387-C51658C1F068}" type="pres">
      <dgm:prSet presAssocID="{0B4FE80F-A0D2-409D-AA54-E65120D981B7}" presName="parentComposite" presStyleCnt="0"/>
      <dgm:spPr/>
    </dgm:pt>
    <dgm:pt modelId="{7D005C85-8CF2-4935-848F-193E3674C12A}" type="pres">
      <dgm:prSet presAssocID="{0B4FE80F-A0D2-409D-AA54-E65120D981B7}" presName="parent1" presStyleLbl="alignAccFollowNode1" presStyleIdx="0" presStyleCnt="4" custScaleX="151433" custLinFactNeighborX="-27427">
        <dgm:presLayoutVars>
          <dgm:chMax val="4"/>
        </dgm:presLayoutVars>
      </dgm:prSet>
      <dgm:spPr/>
      <dgm:t>
        <a:bodyPr/>
        <a:lstStyle/>
        <a:p>
          <a:endParaRPr lang="ru-RU"/>
        </a:p>
      </dgm:t>
    </dgm:pt>
    <dgm:pt modelId="{F840CA51-FF05-4CB2-A59C-F087702EFE93}" type="pres">
      <dgm:prSet presAssocID="{0B4FE80F-A0D2-409D-AA54-E65120D981B7}" presName="parent2" presStyleLbl="alignAccFollowNode1" presStyleIdx="1" presStyleCnt="4" custScaleX="152313">
        <dgm:presLayoutVars>
          <dgm:chMax val="4"/>
        </dgm:presLayoutVars>
      </dgm:prSet>
      <dgm:spPr/>
      <dgm:t>
        <a:bodyPr/>
        <a:lstStyle/>
        <a:p>
          <a:endParaRPr lang="ru-RU"/>
        </a:p>
      </dgm:t>
    </dgm:pt>
    <dgm:pt modelId="{1BF0B450-10A6-4F52-92ED-D8C6896A3C22}" type="pres">
      <dgm:prSet presAssocID="{0B4FE80F-A0D2-409D-AA54-E65120D981B7}" presName="childrenComposite" presStyleCnt="0"/>
      <dgm:spPr/>
    </dgm:pt>
    <dgm:pt modelId="{81FD4C08-F541-426D-AC65-F10B025EB951}" type="pres">
      <dgm:prSet presAssocID="{0B4FE80F-A0D2-409D-AA54-E65120D981B7}" presName="dummyMaxCanvas_ChildArea" presStyleCnt="0"/>
      <dgm:spPr/>
    </dgm:pt>
    <dgm:pt modelId="{8AF612D0-5102-4418-BC96-9FF52D5E6ACA}" type="pres">
      <dgm:prSet presAssocID="{0B4FE80F-A0D2-409D-AA54-E65120D981B7}" presName="fulcrum" presStyleLbl="alignAccFollowNode1" presStyleIdx="2" presStyleCnt="4"/>
      <dgm:spPr/>
    </dgm:pt>
    <dgm:pt modelId="{85A1E9E9-E6B6-4ACC-BC2B-9C416D5A2FD4}" type="pres">
      <dgm:prSet presAssocID="{0B4FE80F-A0D2-409D-AA54-E65120D981B7}" presName="balance_11" presStyleLbl="alignAccFollowNode1" presStyleIdx="3" presStyleCnt="4" custAng="240174">
        <dgm:presLayoutVars>
          <dgm:bulletEnabled val="1"/>
        </dgm:presLayoutVars>
      </dgm:prSet>
      <dgm:spPr/>
    </dgm:pt>
    <dgm:pt modelId="{8E34065D-94CA-461D-B85B-FC042CBBBC89}" type="pres">
      <dgm:prSet presAssocID="{0B4FE80F-A0D2-409D-AA54-E65120D981B7}" presName="left_11_1" presStyleLbl="node1" presStyleIdx="0" presStyleCnt="2" custAng="217495" custScaleY="25578" custLinFactNeighborX="997" custLinFactNeighborY="3215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3E9084-4111-4029-B8F0-BE51D819871A}" type="pres">
      <dgm:prSet presAssocID="{0B4FE80F-A0D2-409D-AA54-E65120D981B7}" presName="right_11_1" presStyleLbl="node1" presStyleIdx="1" presStyleCnt="2" custAng="305656" custScaleY="27865" custLinFactNeighborX="-499" custLinFactNeighborY="4086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EE010E1-F9D9-4817-8DCB-47A7112FDD1E}" srcId="{0B4FE80F-A0D2-409D-AA54-E65120D981B7}" destId="{6BB3E704-2A30-4DA2-80BE-C7C357D05D6B}" srcOrd="1" destOrd="0" parTransId="{0427CD10-478D-4D87-91A3-61990106942C}" sibTransId="{E65D2B64-EB1D-49FC-A62E-27CCF71F76F5}"/>
    <dgm:cxn modelId="{83A8FF18-E8DC-47B5-ACB9-7188469C0304}" type="presOf" srcId="{DFCCC88E-F91D-4594-ACA3-247C95603EE5}" destId="{7D005C85-8CF2-4935-848F-193E3674C12A}" srcOrd="0" destOrd="0" presId="urn:microsoft.com/office/officeart/2005/8/layout/balance1"/>
    <dgm:cxn modelId="{BCF10BC0-5AF9-44A0-8F41-82CFC57BA476}" srcId="{6BB3E704-2A30-4DA2-80BE-C7C357D05D6B}" destId="{DF9FBA64-F91C-41AA-9B55-FE6542C6D34A}" srcOrd="0" destOrd="0" parTransId="{7C53ADEE-774F-4C85-9DBA-E0A84B556960}" sibTransId="{60BDDAEE-D038-48A1-8898-3E68D2B2C935}"/>
    <dgm:cxn modelId="{EB5FEDB6-C03B-4771-9EA5-7580D8D4FAFA}" srcId="{0B4FE80F-A0D2-409D-AA54-E65120D981B7}" destId="{DFCCC88E-F91D-4594-ACA3-247C95603EE5}" srcOrd="0" destOrd="0" parTransId="{FA8A064A-9278-4E48-8F2F-F1D03A4B10F6}" sibTransId="{D5288A91-EE20-46FB-975B-6398CA99369F}"/>
    <dgm:cxn modelId="{351F4D0E-0F87-4E47-B29D-2C3CA679E2E6}" type="presOf" srcId="{DF9FBA64-F91C-41AA-9B55-FE6542C6D34A}" destId="{B23E9084-4111-4029-B8F0-BE51D819871A}" srcOrd="0" destOrd="0" presId="urn:microsoft.com/office/officeart/2005/8/layout/balance1"/>
    <dgm:cxn modelId="{2CCAAFF0-F100-42EE-970C-8385C7D27530}" type="presOf" srcId="{0B4FE80F-A0D2-409D-AA54-E65120D981B7}" destId="{635B07BF-B881-4F25-9D03-9D9E22B8C28A}" srcOrd="0" destOrd="0" presId="urn:microsoft.com/office/officeart/2005/8/layout/balance1"/>
    <dgm:cxn modelId="{61BF156A-30E3-473B-94F4-5EE3A988D236}" type="presOf" srcId="{3FCD3EEF-C321-4E56-B820-44BC292768F5}" destId="{8E34065D-94CA-461D-B85B-FC042CBBBC89}" srcOrd="0" destOrd="0" presId="urn:microsoft.com/office/officeart/2005/8/layout/balance1"/>
    <dgm:cxn modelId="{D93C45B5-6B68-4502-9C60-181E7C7C6EB4}" type="presOf" srcId="{6BB3E704-2A30-4DA2-80BE-C7C357D05D6B}" destId="{F840CA51-FF05-4CB2-A59C-F087702EFE93}" srcOrd="0" destOrd="0" presId="urn:microsoft.com/office/officeart/2005/8/layout/balance1"/>
    <dgm:cxn modelId="{14031EDE-4417-4A9D-9AEA-0C5D0DB7E54F}" srcId="{DFCCC88E-F91D-4594-ACA3-247C95603EE5}" destId="{3FCD3EEF-C321-4E56-B820-44BC292768F5}" srcOrd="0" destOrd="0" parTransId="{57DE11BC-4CC3-4889-91DA-D6B9EC7DAE2C}" sibTransId="{B30DDEFD-7277-4A09-AC7D-A55386078864}"/>
    <dgm:cxn modelId="{B298F9FA-BEF4-4791-B247-608493435CBB}" type="presParOf" srcId="{635B07BF-B881-4F25-9D03-9D9E22B8C28A}" destId="{0A37CC9B-112B-4726-AEDC-0114F69C268D}" srcOrd="0" destOrd="0" presId="urn:microsoft.com/office/officeart/2005/8/layout/balance1"/>
    <dgm:cxn modelId="{30A4AE29-F7DE-4783-B52D-DD2D870A26B7}" type="presParOf" srcId="{635B07BF-B881-4F25-9D03-9D9E22B8C28A}" destId="{4310B628-7B74-4F56-A387-C51658C1F068}" srcOrd="1" destOrd="0" presId="urn:microsoft.com/office/officeart/2005/8/layout/balance1"/>
    <dgm:cxn modelId="{EC25C261-34C4-4563-93A7-FEDFAECC50DB}" type="presParOf" srcId="{4310B628-7B74-4F56-A387-C51658C1F068}" destId="{7D005C85-8CF2-4935-848F-193E3674C12A}" srcOrd="0" destOrd="0" presId="urn:microsoft.com/office/officeart/2005/8/layout/balance1"/>
    <dgm:cxn modelId="{5F7A78FC-40C9-4259-B9AD-A57053BB6EBE}" type="presParOf" srcId="{4310B628-7B74-4F56-A387-C51658C1F068}" destId="{F840CA51-FF05-4CB2-A59C-F087702EFE93}" srcOrd="1" destOrd="0" presId="urn:microsoft.com/office/officeart/2005/8/layout/balance1"/>
    <dgm:cxn modelId="{BBD7D073-2A03-441A-A9F6-D21E51B6233B}" type="presParOf" srcId="{635B07BF-B881-4F25-9D03-9D9E22B8C28A}" destId="{1BF0B450-10A6-4F52-92ED-D8C6896A3C22}" srcOrd="2" destOrd="0" presId="urn:microsoft.com/office/officeart/2005/8/layout/balance1"/>
    <dgm:cxn modelId="{D92C7B87-82F1-401B-AF68-B3493DDF1B9E}" type="presParOf" srcId="{1BF0B450-10A6-4F52-92ED-D8C6896A3C22}" destId="{81FD4C08-F541-426D-AC65-F10B025EB951}" srcOrd="0" destOrd="0" presId="urn:microsoft.com/office/officeart/2005/8/layout/balance1"/>
    <dgm:cxn modelId="{2F7EDEBC-2FE2-4A73-9AF9-A408B9E8FC0A}" type="presParOf" srcId="{1BF0B450-10A6-4F52-92ED-D8C6896A3C22}" destId="{8AF612D0-5102-4418-BC96-9FF52D5E6ACA}" srcOrd="1" destOrd="0" presId="urn:microsoft.com/office/officeart/2005/8/layout/balance1"/>
    <dgm:cxn modelId="{BFC4BDFF-245C-40A3-88CA-2BBA07566073}" type="presParOf" srcId="{1BF0B450-10A6-4F52-92ED-D8C6896A3C22}" destId="{85A1E9E9-E6B6-4ACC-BC2B-9C416D5A2FD4}" srcOrd="2" destOrd="0" presId="urn:microsoft.com/office/officeart/2005/8/layout/balance1"/>
    <dgm:cxn modelId="{9CB7FB0F-8641-4764-8E5F-29A2C662962B}" type="presParOf" srcId="{1BF0B450-10A6-4F52-92ED-D8C6896A3C22}" destId="{8E34065D-94CA-461D-B85B-FC042CBBBC89}" srcOrd="3" destOrd="0" presId="urn:microsoft.com/office/officeart/2005/8/layout/balance1"/>
    <dgm:cxn modelId="{D243EC10-DBF6-4A26-9204-A89850FD9DA2}" type="presParOf" srcId="{1BF0B450-10A6-4F52-92ED-D8C6896A3C22}" destId="{B23E9084-4111-4029-B8F0-BE51D819871A}" srcOrd="4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005C85-8CF2-4935-848F-193E3674C12A}">
      <dsp:nvSpPr>
        <dsp:cNvPr id="0" name=""/>
        <dsp:cNvSpPr/>
      </dsp:nvSpPr>
      <dsp:spPr>
        <a:xfrm>
          <a:off x="638813" y="0"/>
          <a:ext cx="2954033" cy="108373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solidFill>
                <a:schemeClr val="tx2"/>
              </a:solidFill>
            </a:rPr>
            <a:t>IP</a:t>
          </a:r>
          <a:r>
            <a:rPr lang="ru-RU" sz="2800" kern="1200" dirty="0">
              <a:solidFill>
                <a:schemeClr val="tx2"/>
              </a:solidFill>
            </a:rPr>
            <a:t>-адресация</a:t>
          </a:r>
        </a:p>
      </dsp:txBody>
      <dsp:txXfrm>
        <a:off x="670554" y="31741"/>
        <a:ext cx="2890551" cy="1020251"/>
      </dsp:txXfrm>
    </dsp:sp>
    <dsp:sp modelId="{F840CA51-FF05-4CB2-A59C-F087702EFE93}">
      <dsp:nvSpPr>
        <dsp:cNvPr id="0" name=""/>
        <dsp:cNvSpPr/>
      </dsp:nvSpPr>
      <dsp:spPr>
        <a:xfrm>
          <a:off x="3982961" y="0"/>
          <a:ext cx="2971200" cy="108373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kern="1200" dirty="0">
              <a:solidFill>
                <a:schemeClr val="tx2"/>
              </a:solidFill>
            </a:rPr>
            <a:t>Доменная система имён</a:t>
          </a:r>
        </a:p>
      </dsp:txBody>
      <dsp:txXfrm>
        <a:off x="4014702" y="31741"/>
        <a:ext cx="2907718" cy="1020251"/>
      </dsp:txXfrm>
    </dsp:sp>
    <dsp:sp modelId="{8AF612D0-5102-4418-BC96-9FF52D5E6ACA}">
      <dsp:nvSpPr>
        <dsp:cNvPr id="0" name=""/>
        <dsp:cNvSpPr/>
      </dsp:nvSpPr>
      <dsp:spPr>
        <a:xfrm>
          <a:off x="3657599" y="4605866"/>
          <a:ext cx="812800" cy="8128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A1E9E9-E6B6-4ACC-BC2B-9C416D5A2FD4}">
      <dsp:nvSpPr>
        <dsp:cNvPr id="0" name=""/>
        <dsp:cNvSpPr/>
      </dsp:nvSpPr>
      <dsp:spPr>
        <a:xfrm rot="240174">
          <a:off x="1625599" y="4265574"/>
          <a:ext cx="4876800" cy="3294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34065D-94CA-461D-B85B-FC042CBBBC89}">
      <dsp:nvSpPr>
        <dsp:cNvPr id="0" name=""/>
        <dsp:cNvSpPr/>
      </dsp:nvSpPr>
      <dsp:spPr>
        <a:xfrm rot="217495">
          <a:off x="1699235" y="3336766"/>
          <a:ext cx="1950720" cy="742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1100001001010101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1010100101010010</a:t>
          </a:r>
          <a:endParaRPr lang="ru-RU" sz="1600" kern="1200" dirty="0"/>
        </a:p>
      </dsp:txBody>
      <dsp:txXfrm>
        <a:off x="1735500" y="3373031"/>
        <a:ext cx="1878190" cy="670358"/>
      </dsp:txXfrm>
    </dsp:sp>
    <dsp:sp modelId="{B23E9084-4111-4029-B8F0-BE51D819871A}">
      <dsp:nvSpPr>
        <dsp:cNvPr id="0" name=""/>
        <dsp:cNvSpPr/>
      </dsp:nvSpPr>
      <dsp:spPr>
        <a:xfrm rot="305656">
          <a:off x="4487759" y="3556470"/>
          <a:ext cx="1950720" cy="809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bebras.ru</a:t>
          </a:r>
          <a:endParaRPr lang="ru-RU" sz="2800" kern="1200" dirty="0"/>
        </a:p>
      </dsp:txBody>
      <dsp:txXfrm>
        <a:off x="4527266" y="3595977"/>
        <a:ext cx="1871706" cy="7302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408CD-6F30-B04D-A8A9-905F69127FBA}" type="datetimeFigureOut">
              <a:rPr lang="ru-RU" smtClean="0"/>
              <a:t>19.07.2024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4A45D-0113-FD4D-A234-5C0FE4F642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4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4A45D-0113-FD4D-A234-5C0FE4F642E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856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4A45D-0113-FD4D-A234-5C0FE4F642E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4A45D-0113-FD4D-A234-5C0FE4F642E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251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>
            <a:extLst>
              <a:ext uri="{FF2B5EF4-FFF2-40B4-BE49-F238E27FC236}">
                <a16:creationId xmlns:a16="http://schemas.microsoft.com/office/drawing/2014/main" xmlns="" id="{0BD37165-5417-1445-B9A8-3A0EA19AE4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Заметки 2">
            <a:extLst>
              <a:ext uri="{FF2B5EF4-FFF2-40B4-BE49-F238E27FC236}">
                <a16:creationId xmlns:a16="http://schemas.microsoft.com/office/drawing/2014/main" xmlns="" id="{B4EFF44A-3E38-9F40-8EB8-1EE5CBCB94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805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>
            <a:extLst>
              <a:ext uri="{FF2B5EF4-FFF2-40B4-BE49-F238E27FC236}">
                <a16:creationId xmlns:a16="http://schemas.microsoft.com/office/drawing/2014/main" xmlns="" id="{0BD37165-5417-1445-B9A8-3A0EA19AE4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Заметки 2">
            <a:extLst>
              <a:ext uri="{FF2B5EF4-FFF2-40B4-BE49-F238E27FC236}">
                <a16:creationId xmlns:a16="http://schemas.microsoft.com/office/drawing/2014/main" xmlns="" id="{B4EFF44A-3E38-9F40-8EB8-1EE5CBCB94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167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>
            <a:extLst>
              <a:ext uri="{FF2B5EF4-FFF2-40B4-BE49-F238E27FC236}">
                <a16:creationId xmlns:a16="http://schemas.microsoft.com/office/drawing/2014/main" xmlns="" id="{0BD37165-5417-1445-B9A8-3A0EA19AE4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Заметки 2">
            <a:extLst>
              <a:ext uri="{FF2B5EF4-FFF2-40B4-BE49-F238E27FC236}">
                <a16:creationId xmlns:a16="http://schemas.microsoft.com/office/drawing/2014/main" xmlns="" id="{B4EFF44A-3E38-9F40-8EB8-1EE5CBCB94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604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>
            <a:extLst>
              <a:ext uri="{FF2B5EF4-FFF2-40B4-BE49-F238E27FC236}">
                <a16:creationId xmlns:a16="http://schemas.microsoft.com/office/drawing/2014/main" xmlns="" id="{0BD37165-5417-1445-B9A8-3A0EA19AE4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Заметки 2">
            <a:extLst>
              <a:ext uri="{FF2B5EF4-FFF2-40B4-BE49-F238E27FC236}">
                <a16:creationId xmlns:a16="http://schemas.microsoft.com/office/drawing/2014/main" xmlns="" id="{B4EFF44A-3E38-9F40-8EB8-1EE5CBCB94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087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>
            <a:extLst>
              <a:ext uri="{FF2B5EF4-FFF2-40B4-BE49-F238E27FC236}">
                <a16:creationId xmlns:a16="http://schemas.microsoft.com/office/drawing/2014/main" xmlns="" id="{0BD37165-5417-1445-B9A8-3A0EA19AE4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Заметки 2">
            <a:extLst>
              <a:ext uri="{FF2B5EF4-FFF2-40B4-BE49-F238E27FC236}">
                <a16:creationId xmlns:a16="http://schemas.microsoft.com/office/drawing/2014/main" xmlns="" id="{B4EFF44A-3E38-9F40-8EB8-1EE5CBCB947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72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4A45D-0113-FD4D-A234-5C0FE4F642EF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997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xmlns="" id="{937E3C77-DAE9-9D9A-9C72-6F7D0F4657B4}"/>
              </a:ext>
            </a:extLst>
          </p:cNvPr>
          <p:cNvSpPr/>
          <p:nvPr userDrawn="1"/>
        </p:nvSpPr>
        <p:spPr>
          <a:xfrm rot="5400000">
            <a:off x="-3172048" y="3170678"/>
            <a:ext cx="6858002" cy="516648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xmlns="" id="{34EF17AC-30FF-0209-21B7-A153A7D34709}"/>
              </a:ext>
            </a:extLst>
          </p:cNvPr>
          <p:cNvSpPr/>
          <p:nvPr userDrawn="1"/>
        </p:nvSpPr>
        <p:spPr>
          <a:xfrm>
            <a:off x="-13294" y="6351002"/>
            <a:ext cx="12205293" cy="516648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4798D1-9B93-A0D5-C20E-13031112B7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04838" y="572864"/>
            <a:ext cx="7061860" cy="2487541"/>
          </a:xfrm>
        </p:spPr>
        <p:txBody>
          <a:bodyPr anchor="b"/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49964D80-4043-765E-0B35-68C8D1C324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04838" y="3354199"/>
            <a:ext cx="706186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6D89A019-2C34-69F6-9B3D-848A7E3DC912}"/>
              </a:ext>
            </a:extLst>
          </p:cNvPr>
          <p:cNvSpPr/>
          <p:nvPr userDrawn="1"/>
        </p:nvSpPr>
        <p:spPr>
          <a:xfrm>
            <a:off x="425302" y="0"/>
            <a:ext cx="3882631" cy="6857999"/>
          </a:xfrm>
          <a:prstGeom prst="rect">
            <a:avLst/>
          </a:prstGeom>
          <a:solidFill>
            <a:srgbClr val="067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84FDCE63-1A48-AB80-DDF7-6A82AB0C8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65" b="99467" l="79" r="98424">
                        <a14:foregroundMark x1="12057" y1="10586" x2="29551" y2="15080"/>
                        <a14:foregroundMark x1="32309" y1="14090" x2="21355" y2="20564"/>
                        <a14:foregroundMark x1="21355" y1="20564" x2="11348" y2="30998"/>
                        <a14:foregroundMark x1="11348" y1="30998" x2="5595" y2="47372"/>
                        <a14:foregroundMark x1="5595" y1="47372" x2="5516" y2="60548"/>
                        <a14:foregroundMark x1="5516" y1="60548" x2="23247" y2="77685"/>
                        <a14:foregroundMark x1="23247" y1="77685" x2="51221" y2="82635"/>
                        <a14:foregroundMark x1="51221" y1="82635" x2="52561" y2="82178"/>
                        <a14:foregroundMark x1="88574" y1="58644" x2="91883" y2="71668"/>
                        <a14:foregroundMark x1="91883" y1="71668" x2="89125" y2="82711"/>
                        <a14:foregroundMark x1="89125" y1="82711" x2="83767" y2="90099"/>
                        <a14:foregroundMark x1="44681" y1="74029" x2="53822" y2="67098"/>
                        <a14:foregroundMark x1="53822" y1="67098" x2="61466" y2="74410"/>
                        <a14:foregroundMark x1="3704" y1="7464" x2="83530" y2="11348"/>
                        <a14:foregroundMark x1="83530" y1="11348" x2="93381" y2="23686"/>
                        <a14:foregroundMark x1="93381" y1="23686" x2="93144" y2="84158"/>
                        <a14:foregroundMark x1="93144" y1="84158" x2="35697" y2="88271"/>
                        <a14:foregroundMark x1="35697" y1="88271" x2="20804" y2="86596"/>
                        <a14:foregroundMark x1="20804" y1="86596" x2="14184" y2="83930"/>
                        <a14:foregroundMark x1="1576" y1="94212" x2="47439" y2="94440"/>
                        <a14:foregroundMark x1="47439" y1="94440" x2="80378" y2="92993"/>
                        <a14:foregroundMark x1="80378" y1="92993" x2="97321" y2="94440"/>
                        <a14:foregroundMark x1="1182" y1="98401" x2="49251" y2="98553"/>
                        <a14:foregroundMark x1="49251" y1="98553" x2="93538" y2="93298"/>
                        <a14:foregroundMark x1="93538" y1="93298" x2="97321" y2="98401"/>
                        <a14:foregroundMark x1="97321" y1="85834" x2="97478" y2="97182"/>
                        <a14:foregroundMark x1="97478" y1="97182" x2="68716" y2="99695"/>
                        <a14:foregroundMark x1="68716" y1="99695" x2="68479" y2="99467"/>
                        <a14:foregroundMark x1="13554" y1="86443" x2="1576" y2="89337"/>
                        <a14:foregroundMark x1="1576" y1="89337" x2="79" y2="95659"/>
                        <a14:foregroundMark x1="1576" y1="85529" x2="48936" y2="84235"/>
                        <a14:foregroundMark x1="98131" y1="63060" x2="98025" y2="72768"/>
                        <a14:foregroundMark x1="54531" y1="27647" x2="72971" y2="28408"/>
                        <a14:foregroundMark x1="72971" y1="28408" x2="69031" y2="19193"/>
                        <a14:foregroundMark x1="57841" y1="31912" x2="72104" y2="31912"/>
                        <a14:foregroundMark x1="62096" y1="34958" x2="65721" y2="32902"/>
                        <a14:foregroundMark x1="7959" y1="16679" x2="6777" y2="21554"/>
                        <a14:foregroundMark x1="48779" y1="4265" x2="56501" y2="5179"/>
                        <a14:foregroundMark x1="66036" y1="88652" x2="69819" y2="89642"/>
                        <a14:foregroundMark x1="32467" y1="90937" x2="32309" y2="95354"/>
                        <a14:backgroundMark x1="97084" y1="27494" x2="97084" y2="22239"/>
                        <a14:backgroundMark x1="97636" y1="42879" x2="98503" y2="34349"/>
                        <a14:backgroundMark x1="98503" y1="28256" x2="98503" y2="7921"/>
                        <a14:backgroundMark x1="97636" y1="80350" x2="99921" y2="74257"/>
                        <a14:backgroundMark x1="97951" y1="55369" x2="98424" y2="46535"/>
                        <a14:backgroundMark x1="98582" y1="42346" x2="98582" y2="36558"/>
                        <a14:backgroundMark x1="96217" y1="7464" x2="97636" y2="28104"/>
                        <a14:backgroundMark x1="96848" y1="29931" x2="96848" y2="33968"/>
                        <a14:backgroundMark x1="97794" y1="39299" x2="97951" y2="26580"/>
                        <a14:backgroundMark x1="97163" y1="26809" x2="97400" y2="36481"/>
                        <a14:backgroundMark x1="98503" y1="39985" x2="98976" y2="57883"/>
                        <a14:backgroundMark x1="97006" y1="77075" x2="98976" y2="71668"/>
                        <a14:backgroundMark x1="97242" y1="59177" x2="98030" y2="60396"/>
                        <a14:backgroundMark x1="97715" y1="78522" x2="98424" y2="72430"/>
                        <a14:backgroundMark x1="97636" y1="61005" x2="97951" y2="62148"/>
                        <a14:backgroundMark x1="97557" y1="57273" x2="98582" y2="62986"/>
                        <a14:backgroundMark x1="96848" y1="75248" x2="98503" y2="70830"/>
                        <a14:backgroundMark x1="97715" y1="79665" x2="98266" y2="72430"/>
                        <a14:backgroundMark x1="97872" y1="72734" x2="97636" y2="73724"/>
                        <a14:backgroundMark x1="97557" y1="78751" x2="97636" y2="81721"/>
                        <a14:backgroundMark x1="97400" y1="75628" x2="98188" y2="735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780" y="784744"/>
            <a:ext cx="2793635" cy="2890575"/>
          </a:xfrm>
          <a:prstGeom prst="rect">
            <a:avLst/>
          </a:prstGeom>
        </p:spPr>
      </p:pic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xmlns="" id="{F680884E-A645-A7D1-CA66-6034C6343CD3}"/>
              </a:ext>
            </a:extLst>
          </p:cNvPr>
          <p:cNvGrpSpPr/>
          <p:nvPr userDrawn="1"/>
        </p:nvGrpSpPr>
        <p:grpSpPr>
          <a:xfrm>
            <a:off x="-13293" y="5284981"/>
            <a:ext cx="12257115" cy="1203674"/>
            <a:chOff x="-13293" y="5284981"/>
            <a:chExt cx="12257115" cy="1203674"/>
          </a:xfrm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xmlns="" id="{064CDED5-5528-C42D-E9CE-EF4D2C2D1808}"/>
                </a:ext>
              </a:extLst>
            </p:cNvPr>
            <p:cNvSpPr/>
            <p:nvPr userDrawn="1"/>
          </p:nvSpPr>
          <p:spPr>
            <a:xfrm>
              <a:off x="3122026" y="54247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xmlns="" id="{32E44BE6-BED4-466D-1AED-579F9349342E}"/>
                </a:ext>
              </a:extLst>
            </p:cNvPr>
            <p:cNvSpPr/>
            <p:nvPr userDrawn="1"/>
          </p:nvSpPr>
          <p:spPr>
            <a:xfrm>
              <a:off x="-13293" y="5284981"/>
              <a:ext cx="7204363" cy="1201084"/>
            </a:xfrm>
            <a:prstGeom prst="rect">
              <a:avLst/>
            </a:prstGeom>
            <a:solidFill>
              <a:srgbClr val="4DC1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xmlns="" id="{B1EE3AB3-4407-1BEA-4583-D87FE53EE1DE}"/>
                </a:ext>
              </a:extLst>
            </p:cNvPr>
            <p:cNvSpPr/>
            <p:nvPr userDrawn="1"/>
          </p:nvSpPr>
          <p:spPr>
            <a:xfrm>
              <a:off x="3122026" y="60223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530F88B7-60B7-98D6-9775-320E80B95878}"/>
                </a:ext>
              </a:extLst>
            </p:cNvPr>
            <p:cNvSpPr/>
            <p:nvPr userDrawn="1"/>
          </p:nvSpPr>
          <p:spPr>
            <a:xfrm>
              <a:off x="3716959" y="54247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xmlns="" id="{2CF930A1-7D24-44E5-7BB5-D16A09A0FA07}"/>
                </a:ext>
              </a:extLst>
            </p:cNvPr>
            <p:cNvSpPr/>
            <p:nvPr userDrawn="1"/>
          </p:nvSpPr>
          <p:spPr>
            <a:xfrm>
              <a:off x="3716959" y="60223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359A3FFC-1876-9856-06B5-5480D736FD2A}"/>
                </a:ext>
              </a:extLst>
            </p:cNvPr>
            <p:cNvSpPr/>
            <p:nvPr userDrawn="1"/>
          </p:nvSpPr>
          <p:spPr>
            <a:xfrm>
              <a:off x="4311892" y="54247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xmlns="" id="{14C3CD81-2630-33B9-FECC-4546A65EC7D4}"/>
                </a:ext>
              </a:extLst>
            </p:cNvPr>
            <p:cNvSpPr/>
            <p:nvPr userDrawn="1"/>
          </p:nvSpPr>
          <p:spPr>
            <a:xfrm>
              <a:off x="4311892" y="60223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xmlns="" id="{5416DB94-529C-0D28-AC2C-CE08CEFCF92B}"/>
                </a:ext>
              </a:extLst>
            </p:cNvPr>
            <p:cNvSpPr/>
            <p:nvPr userDrawn="1"/>
          </p:nvSpPr>
          <p:spPr>
            <a:xfrm>
              <a:off x="4906825" y="54247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xmlns="" id="{4735C919-CFF1-2612-0667-5F0B0AABF86C}"/>
                </a:ext>
              </a:extLst>
            </p:cNvPr>
            <p:cNvSpPr/>
            <p:nvPr userDrawn="1"/>
          </p:nvSpPr>
          <p:spPr>
            <a:xfrm>
              <a:off x="4906825" y="60223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xmlns="" id="{2FCD59A2-44BB-4258-67B3-09E6A9EE7D97}"/>
                </a:ext>
              </a:extLst>
            </p:cNvPr>
            <p:cNvSpPr/>
            <p:nvPr userDrawn="1"/>
          </p:nvSpPr>
          <p:spPr>
            <a:xfrm>
              <a:off x="5483876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xmlns="" id="{711A5ED3-1920-BB91-3CF7-C21D567614F1}"/>
                </a:ext>
              </a:extLst>
            </p:cNvPr>
            <p:cNvSpPr/>
            <p:nvPr userDrawn="1"/>
          </p:nvSpPr>
          <p:spPr>
            <a:xfrm>
              <a:off x="5483876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xmlns="" id="{0D6244C2-F3B9-EEA2-DBD3-69658E13E982}"/>
                </a:ext>
              </a:extLst>
            </p:cNvPr>
            <p:cNvSpPr/>
            <p:nvPr userDrawn="1"/>
          </p:nvSpPr>
          <p:spPr>
            <a:xfrm>
              <a:off x="6078809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xmlns="" id="{225EA9F7-508B-0838-A0D6-A0F42CDD93C6}"/>
                </a:ext>
              </a:extLst>
            </p:cNvPr>
            <p:cNvSpPr/>
            <p:nvPr userDrawn="1"/>
          </p:nvSpPr>
          <p:spPr>
            <a:xfrm>
              <a:off x="6078809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xmlns="" id="{6565D2EF-AF31-AB11-C552-5B490E46F086}"/>
                </a:ext>
              </a:extLst>
            </p:cNvPr>
            <p:cNvSpPr/>
            <p:nvPr userDrawn="1"/>
          </p:nvSpPr>
          <p:spPr>
            <a:xfrm>
              <a:off x="6682198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xmlns="" id="{CCC805F0-16AD-7E4F-8A12-2B9942BBC4DA}"/>
                </a:ext>
              </a:extLst>
            </p:cNvPr>
            <p:cNvSpPr/>
            <p:nvPr userDrawn="1"/>
          </p:nvSpPr>
          <p:spPr>
            <a:xfrm>
              <a:off x="6682198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xmlns="" id="{148B5FD5-D489-81BC-82D4-42424647249A}"/>
                </a:ext>
              </a:extLst>
            </p:cNvPr>
            <p:cNvSpPr/>
            <p:nvPr userDrawn="1"/>
          </p:nvSpPr>
          <p:spPr>
            <a:xfrm>
              <a:off x="153878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xmlns="" id="{1F9C56CD-A32A-56A1-9447-580B60C5C945}"/>
                </a:ext>
              </a:extLst>
            </p:cNvPr>
            <p:cNvSpPr/>
            <p:nvPr userDrawn="1"/>
          </p:nvSpPr>
          <p:spPr>
            <a:xfrm>
              <a:off x="153878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xmlns="" id="{1153478D-F7C5-3C0F-1800-E7F5C28DCB87}"/>
                </a:ext>
              </a:extLst>
            </p:cNvPr>
            <p:cNvSpPr/>
            <p:nvPr userDrawn="1"/>
          </p:nvSpPr>
          <p:spPr>
            <a:xfrm>
              <a:off x="748811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xmlns="" id="{DCAAC707-273B-F7A8-AC97-661815B82F6E}"/>
                </a:ext>
              </a:extLst>
            </p:cNvPr>
            <p:cNvSpPr/>
            <p:nvPr userDrawn="1"/>
          </p:nvSpPr>
          <p:spPr>
            <a:xfrm>
              <a:off x="748811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xmlns="" id="{02A1B1F3-7C93-004C-083A-BFAB177EA547}"/>
                </a:ext>
              </a:extLst>
            </p:cNvPr>
            <p:cNvSpPr/>
            <p:nvPr userDrawn="1"/>
          </p:nvSpPr>
          <p:spPr>
            <a:xfrm>
              <a:off x="1343744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781540B8-2A86-2B90-6D8C-FBC7346C21F8}"/>
                </a:ext>
              </a:extLst>
            </p:cNvPr>
            <p:cNvSpPr/>
            <p:nvPr userDrawn="1"/>
          </p:nvSpPr>
          <p:spPr>
            <a:xfrm>
              <a:off x="1343744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ADB037CB-2F50-8124-B770-85C9FF8D3F17}"/>
                </a:ext>
              </a:extLst>
            </p:cNvPr>
            <p:cNvSpPr/>
            <p:nvPr userDrawn="1"/>
          </p:nvSpPr>
          <p:spPr>
            <a:xfrm>
              <a:off x="1938677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89C2F453-DAC8-2C45-CA9D-D91E7F8D87F0}"/>
                </a:ext>
              </a:extLst>
            </p:cNvPr>
            <p:cNvSpPr/>
            <p:nvPr userDrawn="1"/>
          </p:nvSpPr>
          <p:spPr>
            <a:xfrm>
              <a:off x="1938677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86082C8C-DC0A-D210-2713-F190ADCFCD73}"/>
                </a:ext>
              </a:extLst>
            </p:cNvPr>
            <p:cNvSpPr/>
            <p:nvPr userDrawn="1"/>
          </p:nvSpPr>
          <p:spPr>
            <a:xfrm>
              <a:off x="2515728" y="5416165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43A0CC32-B344-6353-C676-A6CCAF561238}"/>
                </a:ext>
              </a:extLst>
            </p:cNvPr>
            <p:cNvSpPr/>
            <p:nvPr userDrawn="1"/>
          </p:nvSpPr>
          <p:spPr>
            <a:xfrm>
              <a:off x="2515728" y="6013764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Прямоугольник 79">
              <a:extLst>
                <a:ext uri="{FF2B5EF4-FFF2-40B4-BE49-F238E27FC236}">
                  <a16:creationId xmlns:a16="http://schemas.microsoft.com/office/drawing/2014/main" xmlns="" id="{50F8EF5E-3F35-87B1-13BD-77692E553D31}"/>
                </a:ext>
              </a:extLst>
            </p:cNvPr>
            <p:cNvSpPr/>
            <p:nvPr userDrawn="1"/>
          </p:nvSpPr>
          <p:spPr>
            <a:xfrm>
              <a:off x="3122026" y="539329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Прямоугольник 81">
              <a:extLst>
                <a:ext uri="{FF2B5EF4-FFF2-40B4-BE49-F238E27FC236}">
                  <a16:creationId xmlns:a16="http://schemas.microsoft.com/office/drawing/2014/main" xmlns="" id="{F60ECEE4-8DBC-ED80-6078-7B83D203CFEC}"/>
                </a:ext>
              </a:extLst>
            </p:cNvPr>
            <p:cNvSpPr/>
            <p:nvPr userDrawn="1"/>
          </p:nvSpPr>
          <p:spPr>
            <a:xfrm>
              <a:off x="10233033" y="541380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Прямоугольник 82">
              <a:extLst>
                <a:ext uri="{FF2B5EF4-FFF2-40B4-BE49-F238E27FC236}">
                  <a16:creationId xmlns:a16="http://schemas.microsoft.com/office/drawing/2014/main" xmlns="" id="{53DE536C-4E25-4AC8-9B18-805D1A17BCD9}"/>
                </a:ext>
              </a:extLst>
            </p:cNvPr>
            <p:cNvSpPr/>
            <p:nvPr userDrawn="1"/>
          </p:nvSpPr>
          <p:spPr>
            <a:xfrm>
              <a:off x="7106254" y="5287571"/>
              <a:ext cx="5085746" cy="1201084"/>
            </a:xfrm>
            <a:prstGeom prst="rect">
              <a:avLst/>
            </a:prstGeom>
            <a:solidFill>
              <a:srgbClr val="4DC1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Прямоугольник 83">
              <a:extLst>
                <a:ext uri="{FF2B5EF4-FFF2-40B4-BE49-F238E27FC236}">
                  <a16:creationId xmlns:a16="http://schemas.microsoft.com/office/drawing/2014/main" xmlns="" id="{6BA80B6A-CD69-723E-4EE8-AA80B49F7942}"/>
                </a:ext>
              </a:extLst>
            </p:cNvPr>
            <p:cNvSpPr/>
            <p:nvPr userDrawn="1"/>
          </p:nvSpPr>
          <p:spPr>
            <a:xfrm>
              <a:off x="10233033" y="601140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Прямоугольник 84">
              <a:extLst>
                <a:ext uri="{FF2B5EF4-FFF2-40B4-BE49-F238E27FC236}">
                  <a16:creationId xmlns:a16="http://schemas.microsoft.com/office/drawing/2014/main" xmlns="" id="{B0A62B40-5370-065A-F368-1B16755543C4}"/>
                </a:ext>
              </a:extLst>
            </p:cNvPr>
            <p:cNvSpPr/>
            <p:nvPr userDrawn="1"/>
          </p:nvSpPr>
          <p:spPr>
            <a:xfrm>
              <a:off x="10827966" y="541380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Прямоугольник 85">
              <a:extLst>
                <a:ext uri="{FF2B5EF4-FFF2-40B4-BE49-F238E27FC236}">
                  <a16:creationId xmlns:a16="http://schemas.microsoft.com/office/drawing/2014/main" xmlns="" id="{715CA73C-A3F4-BE11-BA8B-F1C4F4270BB2}"/>
                </a:ext>
              </a:extLst>
            </p:cNvPr>
            <p:cNvSpPr/>
            <p:nvPr userDrawn="1"/>
          </p:nvSpPr>
          <p:spPr>
            <a:xfrm>
              <a:off x="10827966" y="601140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Прямоугольник 86">
              <a:extLst>
                <a:ext uri="{FF2B5EF4-FFF2-40B4-BE49-F238E27FC236}">
                  <a16:creationId xmlns:a16="http://schemas.microsoft.com/office/drawing/2014/main" xmlns="" id="{511E20CB-1A3C-FF86-7AD2-81B5ACAB1EEB}"/>
                </a:ext>
              </a:extLst>
            </p:cNvPr>
            <p:cNvSpPr/>
            <p:nvPr userDrawn="1"/>
          </p:nvSpPr>
          <p:spPr>
            <a:xfrm>
              <a:off x="11422899" y="541380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Прямоугольник 87">
              <a:extLst>
                <a:ext uri="{FF2B5EF4-FFF2-40B4-BE49-F238E27FC236}">
                  <a16:creationId xmlns:a16="http://schemas.microsoft.com/office/drawing/2014/main" xmlns="" id="{084E4290-242D-E02B-B4CE-632B3C50301D}"/>
                </a:ext>
              </a:extLst>
            </p:cNvPr>
            <p:cNvSpPr/>
            <p:nvPr userDrawn="1"/>
          </p:nvSpPr>
          <p:spPr>
            <a:xfrm>
              <a:off x="11422899" y="601140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Прямоугольник 94">
              <a:extLst>
                <a:ext uri="{FF2B5EF4-FFF2-40B4-BE49-F238E27FC236}">
                  <a16:creationId xmlns:a16="http://schemas.microsoft.com/office/drawing/2014/main" xmlns="" id="{F60DB5F6-FC0D-DCD6-7B43-62F1678A905D}"/>
                </a:ext>
              </a:extLst>
            </p:cNvPr>
            <p:cNvSpPr/>
            <p:nvPr userDrawn="1"/>
          </p:nvSpPr>
          <p:spPr>
            <a:xfrm>
              <a:off x="10229074" y="5408761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Прямоугольник 96">
              <a:extLst>
                <a:ext uri="{FF2B5EF4-FFF2-40B4-BE49-F238E27FC236}">
                  <a16:creationId xmlns:a16="http://schemas.microsoft.com/office/drawing/2014/main" xmlns="" id="{9B26EC04-E410-74D6-C38B-AD477D7C6620}"/>
                </a:ext>
              </a:extLst>
            </p:cNvPr>
            <p:cNvSpPr/>
            <p:nvPr userDrawn="1"/>
          </p:nvSpPr>
          <p:spPr>
            <a:xfrm>
              <a:off x="7264885" y="540951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Прямоугольник 97">
              <a:extLst>
                <a:ext uri="{FF2B5EF4-FFF2-40B4-BE49-F238E27FC236}">
                  <a16:creationId xmlns:a16="http://schemas.microsoft.com/office/drawing/2014/main" xmlns="" id="{605799BC-7E9B-CC74-DDE1-9F95C6EFFE60}"/>
                </a:ext>
              </a:extLst>
            </p:cNvPr>
            <p:cNvSpPr/>
            <p:nvPr userDrawn="1"/>
          </p:nvSpPr>
          <p:spPr>
            <a:xfrm>
              <a:off x="7264885" y="600711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Прямоугольник 98">
              <a:extLst>
                <a:ext uri="{FF2B5EF4-FFF2-40B4-BE49-F238E27FC236}">
                  <a16:creationId xmlns:a16="http://schemas.microsoft.com/office/drawing/2014/main" xmlns="" id="{4B74BD83-028F-6F75-B4F2-7099AD19555F}"/>
                </a:ext>
              </a:extLst>
            </p:cNvPr>
            <p:cNvSpPr/>
            <p:nvPr userDrawn="1"/>
          </p:nvSpPr>
          <p:spPr>
            <a:xfrm>
              <a:off x="7859818" y="540951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Прямоугольник 99">
              <a:extLst>
                <a:ext uri="{FF2B5EF4-FFF2-40B4-BE49-F238E27FC236}">
                  <a16:creationId xmlns:a16="http://schemas.microsoft.com/office/drawing/2014/main" xmlns="" id="{73116A2F-A6D6-05B4-CFD2-3EDB11130EA3}"/>
                </a:ext>
              </a:extLst>
            </p:cNvPr>
            <p:cNvSpPr/>
            <p:nvPr userDrawn="1"/>
          </p:nvSpPr>
          <p:spPr>
            <a:xfrm>
              <a:off x="7859818" y="600711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Прямоугольник 100">
              <a:extLst>
                <a:ext uri="{FF2B5EF4-FFF2-40B4-BE49-F238E27FC236}">
                  <a16:creationId xmlns:a16="http://schemas.microsoft.com/office/drawing/2014/main" xmlns="" id="{D87DCF65-0797-213F-5432-0C941A02FA2B}"/>
                </a:ext>
              </a:extLst>
            </p:cNvPr>
            <p:cNvSpPr/>
            <p:nvPr userDrawn="1"/>
          </p:nvSpPr>
          <p:spPr>
            <a:xfrm>
              <a:off x="8454751" y="540951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Прямоугольник 101">
              <a:extLst>
                <a:ext uri="{FF2B5EF4-FFF2-40B4-BE49-F238E27FC236}">
                  <a16:creationId xmlns:a16="http://schemas.microsoft.com/office/drawing/2014/main" xmlns="" id="{F8B8B89D-1F4C-CEA3-B809-311A8BDFE682}"/>
                </a:ext>
              </a:extLst>
            </p:cNvPr>
            <p:cNvSpPr/>
            <p:nvPr userDrawn="1"/>
          </p:nvSpPr>
          <p:spPr>
            <a:xfrm>
              <a:off x="8454751" y="600711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Прямоугольник 102">
              <a:extLst>
                <a:ext uri="{FF2B5EF4-FFF2-40B4-BE49-F238E27FC236}">
                  <a16:creationId xmlns:a16="http://schemas.microsoft.com/office/drawing/2014/main" xmlns="" id="{CA6A4FDE-02C3-3A1B-C966-04D0BDBA58D7}"/>
                </a:ext>
              </a:extLst>
            </p:cNvPr>
            <p:cNvSpPr/>
            <p:nvPr userDrawn="1"/>
          </p:nvSpPr>
          <p:spPr>
            <a:xfrm>
              <a:off x="9049684" y="540951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Прямоугольник 103">
              <a:extLst>
                <a:ext uri="{FF2B5EF4-FFF2-40B4-BE49-F238E27FC236}">
                  <a16:creationId xmlns:a16="http://schemas.microsoft.com/office/drawing/2014/main" xmlns="" id="{D5BE7D58-7977-EFA6-7475-7477100406D7}"/>
                </a:ext>
              </a:extLst>
            </p:cNvPr>
            <p:cNvSpPr/>
            <p:nvPr userDrawn="1"/>
          </p:nvSpPr>
          <p:spPr>
            <a:xfrm>
              <a:off x="9049684" y="600711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Прямоугольник 104">
              <a:extLst>
                <a:ext uri="{FF2B5EF4-FFF2-40B4-BE49-F238E27FC236}">
                  <a16:creationId xmlns:a16="http://schemas.microsoft.com/office/drawing/2014/main" xmlns="" id="{92CA43FD-636E-AAD0-C235-D85F6A8F4AC5}"/>
                </a:ext>
              </a:extLst>
            </p:cNvPr>
            <p:cNvSpPr/>
            <p:nvPr userDrawn="1"/>
          </p:nvSpPr>
          <p:spPr>
            <a:xfrm>
              <a:off x="9626735" y="5405225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Прямоугольник 105">
              <a:extLst>
                <a:ext uri="{FF2B5EF4-FFF2-40B4-BE49-F238E27FC236}">
                  <a16:creationId xmlns:a16="http://schemas.microsoft.com/office/drawing/2014/main" xmlns="" id="{BF168A32-5A4E-EB99-7E81-EC92295A98CF}"/>
                </a:ext>
              </a:extLst>
            </p:cNvPr>
            <p:cNvSpPr/>
            <p:nvPr userDrawn="1"/>
          </p:nvSpPr>
          <p:spPr>
            <a:xfrm>
              <a:off x="9626735" y="6002824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Прямоугольник 106">
              <a:extLst>
                <a:ext uri="{FF2B5EF4-FFF2-40B4-BE49-F238E27FC236}">
                  <a16:creationId xmlns:a16="http://schemas.microsoft.com/office/drawing/2014/main" xmlns="" id="{048859B9-0335-6E9C-EDDD-156A4CF20372}"/>
                </a:ext>
              </a:extLst>
            </p:cNvPr>
            <p:cNvSpPr/>
            <p:nvPr userDrawn="1"/>
          </p:nvSpPr>
          <p:spPr>
            <a:xfrm>
              <a:off x="11934478" y="540845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Прямоугольник 107">
              <a:extLst>
                <a:ext uri="{FF2B5EF4-FFF2-40B4-BE49-F238E27FC236}">
                  <a16:creationId xmlns:a16="http://schemas.microsoft.com/office/drawing/2014/main" xmlns="" id="{8847A478-6F1A-2B37-E249-F4F7C0C2EB3B}"/>
                </a:ext>
              </a:extLst>
            </p:cNvPr>
            <p:cNvSpPr/>
            <p:nvPr userDrawn="1"/>
          </p:nvSpPr>
          <p:spPr>
            <a:xfrm>
              <a:off x="11934478" y="60060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515A511A-4FC8-1EC5-7E73-751C372EF8F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4743" y="4079548"/>
            <a:ext cx="773724" cy="86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6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xmlns="" id="{937E3C77-DAE9-9D9A-9C72-6F7D0F4657B4}"/>
              </a:ext>
            </a:extLst>
          </p:cNvPr>
          <p:cNvSpPr/>
          <p:nvPr userDrawn="1"/>
        </p:nvSpPr>
        <p:spPr>
          <a:xfrm rot="5400000">
            <a:off x="-3172048" y="3170678"/>
            <a:ext cx="6858002" cy="516648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xmlns="" id="{34EF17AC-30FF-0209-21B7-A153A7D34709}"/>
              </a:ext>
            </a:extLst>
          </p:cNvPr>
          <p:cNvSpPr/>
          <p:nvPr userDrawn="1"/>
        </p:nvSpPr>
        <p:spPr>
          <a:xfrm>
            <a:off x="-13294" y="6351002"/>
            <a:ext cx="12205293" cy="516648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6D89A019-2C34-69F6-9B3D-848A7E3DC912}"/>
              </a:ext>
            </a:extLst>
          </p:cNvPr>
          <p:cNvSpPr/>
          <p:nvPr userDrawn="1"/>
        </p:nvSpPr>
        <p:spPr>
          <a:xfrm>
            <a:off x="425302" y="0"/>
            <a:ext cx="5084501" cy="6857999"/>
          </a:xfrm>
          <a:prstGeom prst="rect">
            <a:avLst/>
          </a:prstGeom>
          <a:solidFill>
            <a:srgbClr val="067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xmlns="" id="{F680884E-A645-A7D1-CA66-6034C6343CD3}"/>
              </a:ext>
            </a:extLst>
          </p:cNvPr>
          <p:cNvGrpSpPr/>
          <p:nvPr userDrawn="1"/>
        </p:nvGrpSpPr>
        <p:grpSpPr>
          <a:xfrm>
            <a:off x="-13293" y="5284981"/>
            <a:ext cx="12257115" cy="1203674"/>
            <a:chOff x="-13293" y="5284981"/>
            <a:chExt cx="12257115" cy="1203674"/>
          </a:xfrm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xmlns="" id="{064CDED5-5528-C42D-E9CE-EF4D2C2D1808}"/>
                </a:ext>
              </a:extLst>
            </p:cNvPr>
            <p:cNvSpPr/>
            <p:nvPr userDrawn="1"/>
          </p:nvSpPr>
          <p:spPr>
            <a:xfrm>
              <a:off x="3122026" y="54247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xmlns="" id="{32E44BE6-BED4-466D-1AED-579F9349342E}"/>
                </a:ext>
              </a:extLst>
            </p:cNvPr>
            <p:cNvSpPr/>
            <p:nvPr userDrawn="1"/>
          </p:nvSpPr>
          <p:spPr>
            <a:xfrm>
              <a:off x="-13293" y="5284981"/>
              <a:ext cx="7204363" cy="1201084"/>
            </a:xfrm>
            <a:prstGeom prst="rect">
              <a:avLst/>
            </a:prstGeom>
            <a:solidFill>
              <a:srgbClr val="4DC1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xmlns="" id="{B1EE3AB3-4407-1BEA-4583-D87FE53EE1DE}"/>
                </a:ext>
              </a:extLst>
            </p:cNvPr>
            <p:cNvSpPr/>
            <p:nvPr userDrawn="1"/>
          </p:nvSpPr>
          <p:spPr>
            <a:xfrm>
              <a:off x="3122026" y="60223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530F88B7-60B7-98D6-9775-320E80B95878}"/>
                </a:ext>
              </a:extLst>
            </p:cNvPr>
            <p:cNvSpPr/>
            <p:nvPr userDrawn="1"/>
          </p:nvSpPr>
          <p:spPr>
            <a:xfrm>
              <a:off x="3716959" y="54247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xmlns="" id="{2CF930A1-7D24-44E5-7BB5-D16A09A0FA07}"/>
                </a:ext>
              </a:extLst>
            </p:cNvPr>
            <p:cNvSpPr/>
            <p:nvPr userDrawn="1"/>
          </p:nvSpPr>
          <p:spPr>
            <a:xfrm>
              <a:off x="3716959" y="60223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359A3FFC-1876-9856-06B5-5480D736FD2A}"/>
                </a:ext>
              </a:extLst>
            </p:cNvPr>
            <p:cNvSpPr/>
            <p:nvPr userDrawn="1"/>
          </p:nvSpPr>
          <p:spPr>
            <a:xfrm>
              <a:off x="4311892" y="54247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xmlns="" id="{14C3CD81-2630-33B9-FECC-4546A65EC7D4}"/>
                </a:ext>
              </a:extLst>
            </p:cNvPr>
            <p:cNvSpPr/>
            <p:nvPr userDrawn="1"/>
          </p:nvSpPr>
          <p:spPr>
            <a:xfrm>
              <a:off x="4311892" y="60223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xmlns="" id="{5416DB94-529C-0D28-AC2C-CE08CEFCF92B}"/>
                </a:ext>
              </a:extLst>
            </p:cNvPr>
            <p:cNvSpPr/>
            <p:nvPr userDrawn="1"/>
          </p:nvSpPr>
          <p:spPr>
            <a:xfrm>
              <a:off x="4906825" y="54247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xmlns="" id="{4735C919-CFF1-2612-0667-5F0B0AABF86C}"/>
                </a:ext>
              </a:extLst>
            </p:cNvPr>
            <p:cNvSpPr/>
            <p:nvPr userDrawn="1"/>
          </p:nvSpPr>
          <p:spPr>
            <a:xfrm>
              <a:off x="4906825" y="60223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xmlns="" id="{2FCD59A2-44BB-4258-67B3-09E6A9EE7D97}"/>
                </a:ext>
              </a:extLst>
            </p:cNvPr>
            <p:cNvSpPr/>
            <p:nvPr userDrawn="1"/>
          </p:nvSpPr>
          <p:spPr>
            <a:xfrm>
              <a:off x="5483876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xmlns="" id="{711A5ED3-1920-BB91-3CF7-C21D567614F1}"/>
                </a:ext>
              </a:extLst>
            </p:cNvPr>
            <p:cNvSpPr/>
            <p:nvPr userDrawn="1"/>
          </p:nvSpPr>
          <p:spPr>
            <a:xfrm>
              <a:off x="5483876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xmlns="" id="{0D6244C2-F3B9-EEA2-DBD3-69658E13E982}"/>
                </a:ext>
              </a:extLst>
            </p:cNvPr>
            <p:cNvSpPr/>
            <p:nvPr userDrawn="1"/>
          </p:nvSpPr>
          <p:spPr>
            <a:xfrm>
              <a:off x="6078809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xmlns="" id="{225EA9F7-508B-0838-A0D6-A0F42CDD93C6}"/>
                </a:ext>
              </a:extLst>
            </p:cNvPr>
            <p:cNvSpPr/>
            <p:nvPr userDrawn="1"/>
          </p:nvSpPr>
          <p:spPr>
            <a:xfrm>
              <a:off x="6078809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xmlns="" id="{6565D2EF-AF31-AB11-C552-5B490E46F086}"/>
                </a:ext>
              </a:extLst>
            </p:cNvPr>
            <p:cNvSpPr/>
            <p:nvPr userDrawn="1"/>
          </p:nvSpPr>
          <p:spPr>
            <a:xfrm>
              <a:off x="6682198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xmlns="" id="{CCC805F0-16AD-7E4F-8A12-2B9942BBC4DA}"/>
                </a:ext>
              </a:extLst>
            </p:cNvPr>
            <p:cNvSpPr/>
            <p:nvPr userDrawn="1"/>
          </p:nvSpPr>
          <p:spPr>
            <a:xfrm>
              <a:off x="6682198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xmlns="" id="{148B5FD5-D489-81BC-82D4-42424647249A}"/>
                </a:ext>
              </a:extLst>
            </p:cNvPr>
            <p:cNvSpPr/>
            <p:nvPr userDrawn="1"/>
          </p:nvSpPr>
          <p:spPr>
            <a:xfrm>
              <a:off x="153878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xmlns="" id="{1F9C56CD-A32A-56A1-9447-580B60C5C945}"/>
                </a:ext>
              </a:extLst>
            </p:cNvPr>
            <p:cNvSpPr/>
            <p:nvPr userDrawn="1"/>
          </p:nvSpPr>
          <p:spPr>
            <a:xfrm>
              <a:off x="153878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xmlns="" id="{1153478D-F7C5-3C0F-1800-E7F5C28DCB87}"/>
                </a:ext>
              </a:extLst>
            </p:cNvPr>
            <p:cNvSpPr/>
            <p:nvPr userDrawn="1"/>
          </p:nvSpPr>
          <p:spPr>
            <a:xfrm>
              <a:off x="748811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xmlns="" id="{DCAAC707-273B-F7A8-AC97-661815B82F6E}"/>
                </a:ext>
              </a:extLst>
            </p:cNvPr>
            <p:cNvSpPr/>
            <p:nvPr userDrawn="1"/>
          </p:nvSpPr>
          <p:spPr>
            <a:xfrm>
              <a:off x="748811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xmlns="" id="{02A1B1F3-7C93-004C-083A-BFAB177EA547}"/>
                </a:ext>
              </a:extLst>
            </p:cNvPr>
            <p:cNvSpPr/>
            <p:nvPr userDrawn="1"/>
          </p:nvSpPr>
          <p:spPr>
            <a:xfrm>
              <a:off x="1343744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781540B8-2A86-2B90-6D8C-FBC7346C21F8}"/>
                </a:ext>
              </a:extLst>
            </p:cNvPr>
            <p:cNvSpPr/>
            <p:nvPr userDrawn="1"/>
          </p:nvSpPr>
          <p:spPr>
            <a:xfrm>
              <a:off x="1343744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ADB037CB-2F50-8124-B770-85C9FF8D3F17}"/>
                </a:ext>
              </a:extLst>
            </p:cNvPr>
            <p:cNvSpPr/>
            <p:nvPr userDrawn="1"/>
          </p:nvSpPr>
          <p:spPr>
            <a:xfrm>
              <a:off x="1938677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89C2F453-DAC8-2C45-CA9D-D91E7F8D87F0}"/>
                </a:ext>
              </a:extLst>
            </p:cNvPr>
            <p:cNvSpPr/>
            <p:nvPr userDrawn="1"/>
          </p:nvSpPr>
          <p:spPr>
            <a:xfrm>
              <a:off x="1938677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86082C8C-DC0A-D210-2713-F190ADCFCD73}"/>
                </a:ext>
              </a:extLst>
            </p:cNvPr>
            <p:cNvSpPr/>
            <p:nvPr userDrawn="1"/>
          </p:nvSpPr>
          <p:spPr>
            <a:xfrm>
              <a:off x="2515728" y="5416165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43A0CC32-B344-6353-C676-A6CCAF561238}"/>
                </a:ext>
              </a:extLst>
            </p:cNvPr>
            <p:cNvSpPr/>
            <p:nvPr userDrawn="1"/>
          </p:nvSpPr>
          <p:spPr>
            <a:xfrm>
              <a:off x="2515728" y="6013764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Прямоугольник 79">
              <a:extLst>
                <a:ext uri="{FF2B5EF4-FFF2-40B4-BE49-F238E27FC236}">
                  <a16:creationId xmlns:a16="http://schemas.microsoft.com/office/drawing/2014/main" xmlns="" id="{50F8EF5E-3F35-87B1-13BD-77692E553D31}"/>
                </a:ext>
              </a:extLst>
            </p:cNvPr>
            <p:cNvSpPr/>
            <p:nvPr userDrawn="1"/>
          </p:nvSpPr>
          <p:spPr>
            <a:xfrm>
              <a:off x="3122026" y="539329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Прямоугольник 81">
              <a:extLst>
                <a:ext uri="{FF2B5EF4-FFF2-40B4-BE49-F238E27FC236}">
                  <a16:creationId xmlns:a16="http://schemas.microsoft.com/office/drawing/2014/main" xmlns="" id="{F60ECEE4-8DBC-ED80-6078-7B83D203CFEC}"/>
                </a:ext>
              </a:extLst>
            </p:cNvPr>
            <p:cNvSpPr/>
            <p:nvPr userDrawn="1"/>
          </p:nvSpPr>
          <p:spPr>
            <a:xfrm>
              <a:off x="10233033" y="541380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Прямоугольник 82">
              <a:extLst>
                <a:ext uri="{FF2B5EF4-FFF2-40B4-BE49-F238E27FC236}">
                  <a16:creationId xmlns:a16="http://schemas.microsoft.com/office/drawing/2014/main" xmlns="" id="{53DE536C-4E25-4AC8-9B18-805D1A17BCD9}"/>
                </a:ext>
              </a:extLst>
            </p:cNvPr>
            <p:cNvSpPr/>
            <p:nvPr userDrawn="1"/>
          </p:nvSpPr>
          <p:spPr>
            <a:xfrm>
              <a:off x="7106254" y="5287571"/>
              <a:ext cx="5085746" cy="1201084"/>
            </a:xfrm>
            <a:prstGeom prst="rect">
              <a:avLst/>
            </a:prstGeom>
            <a:solidFill>
              <a:srgbClr val="4DC1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Прямоугольник 83">
              <a:extLst>
                <a:ext uri="{FF2B5EF4-FFF2-40B4-BE49-F238E27FC236}">
                  <a16:creationId xmlns:a16="http://schemas.microsoft.com/office/drawing/2014/main" xmlns="" id="{6BA80B6A-CD69-723E-4EE8-AA80B49F7942}"/>
                </a:ext>
              </a:extLst>
            </p:cNvPr>
            <p:cNvSpPr/>
            <p:nvPr userDrawn="1"/>
          </p:nvSpPr>
          <p:spPr>
            <a:xfrm>
              <a:off x="10233033" y="601140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Прямоугольник 84">
              <a:extLst>
                <a:ext uri="{FF2B5EF4-FFF2-40B4-BE49-F238E27FC236}">
                  <a16:creationId xmlns:a16="http://schemas.microsoft.com/office/drawing/2014/main" xmlns="" id="{B0A62B40-5370-065A-F368-1B16755543C4}"/>
                </a:ext>
              </a:extLst>
            </p:cNvPr>
            <p:cNvSpPr/>
            <p:nvPr userDrawn="1"/>
          </p:nvSpPr>
          <p:spPr>
            <a:xfrm>
              <a:off x="10827966" y="541380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Прямоугольник 85">
              <a:extLst>
                <a:ext uri="{FF2B5EF4-FFF2-40B4-BE49-F238E27FC236}">
                  <a16:creationId xmlns:a16="http://schemas.microsoft.com/office/drawing/2014/main" xmlns="" id="{715CA73C-A3F4-BE11-BA8B-F1C4F4270BB2}"/>
                </a:ext>
              </a:extLst>
            </p:cNvPr>
            <p:cNvSpPr/>
            <p:nvPr userDrawn="1"/>
          </p:nvSpPr>
          <p:spPr>
            <a:xfrm>
              <a:off x="10827966" y="601140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Прямоугольник 86">
              <a:extLst>
                <a:ext uri="{FF2B5EF4-FFF2-40B4-BE49-F238E27FC236}">
                  <a16:creationId xmlns:a16="http://schemas.microsoft.com/office/drawing/2014/main" xmlns="" id="{511E20CB-1A3C-FF86-7AD2-81B5ACAB1EEB}"/>
                </a:ext>
              </a:extLst>
            </p:cNvPr>
            <p:cNvSpPr/>
            <p:nvPr userDrawn="1"/>
          </p:nvSpPr>
          <p:spPr>
            <a:xfrm>
              <a:off x="11422899" y="541380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Прямоугольник 87">
              <a:extLst>
                <a:ext uri="{FF2B5EF4-FFF2-40B4-BE49-F238E27FC236}">
                  <a16:creationId xmlns:a16="http://schemas.microsoft.com/office/drawing/2014/main" xmlns="" id="{084E4290-242D-E02B-B4CE-632B3C50301D}"/>
                </a:ext>
              </a:extLst>
            </p:cNvPr>
            <p:cNvSpPr/>
            <p:nvPr userDrawn="1"/>
          </p:nvSpPr>
          <p:spPr>
            <a:xfrm>
              <a:off x="11422899" y="601140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Прямоугольник 94">
              <a:extLst>
                <a:ext uri="{FF2B5EF4-FFF2-40B4-BE49-F238E27FC236}">
                  <a16:creationId xmlns:a16="http://schemas.microsoft.com/office/drawing/2014/main" xmlns="" id="{F60DB5F6-FC0D-DCD6-7B43-62F1678A905D}"/>
                </a:ext>
              </a:extLst>
            </p:cNvPr>
            <p:cNvSpPr/>
            <p:nvPr userDrawn="1"/>
          </p:nvSpPr>
          <p:spPr>
            <a:xfrm>
              <a:off x="10229074" y="5408761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Прямоугольник 96">
              <a:extLst>
                <a:ext uri="{FF2B5EF4-FFF2-40B4-BE49-F238E27FC236}">
                  <a16:creationId xmlns:a16="http://schemas.microsoft.com/office/drawing/2014/main" xmlns="" id="{9B26EC04-E410-74D6-C38B-AD477D7C6620}"/>
                </a:ext>
              </a:extLst>
            </p:cNvPr>
            <p:cNvSpPr/>
            <p:nvPr userDrawn="1"/>
          </p:nvSpPr>
          <p:spPr>
            <a:xfrm>
              <a:off x="7264885" y="540951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Прямоугольник 97">
              <a:extLst>
                <a:ext uri="{FF2B5EF4-FFF2-40B4-BE49-F238E27FC236}">
                  <a16:creationId xmlns:a16="http://schemas.microsoft.com/office/drawing/2014/main" xmlns="" id="{605799BC-7E9B-CC74-DDE1-9F95C6EFFE60}"/>
                </a:ext>
              </a:extLst>
            </p:cNvPr>
            <p:cNvSpPr/>
            <p:nvPr userDrawn="1"/>
          </p:nvSpPr>
          <p:spPr>
            <a:xfrm>
              <a:off x="7264885" y="600711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Прямоугольник 98">
              <a:extLst>
                <a:ext uri="{FF2B5EF4-FFF2-40B4-BE49-F238E27FC236}">
                  <a16:creationId xmlns:a16="http://schemas.microsoft.com/office/drawing/2014/main" xmlns="" id="{4B74BD83-028F-6F75-B4F2-7099AD19555F}"/>
                </a:ext>
              </a:extLst>
            </p:cNvPr>
            <p:cNvSpPr/>
            <p:nvPr userDrawn="1"/>
          </p:nvSpPr>
          <p:spPr>
            <a:xfrm>
              <a:off x="7859818" y="540951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Прямоугольник 99">
              <a:extLst>
                <a:ext uri="{FF2B5EF4-FFF2-40B4-BE49-F238E27FC236}">
                  <a16:creationId xmlns:a16="http://schemas.microsoft.com/office/drawing/2014/main" xmlns="" id="{73116A2F-A6D6-05B4-CFD2-3EDB11130EA3}"/>
                </a:ext>
              </a:extLst>
            </p:cNvPr>
            <p:cNvSpPr/>
            <p:nvPr userDrawn="1"/>
          </p:nvSpPr>
          <p:spPr>
            <a:xfrm>
              <a:off x="7859818" y="600711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Прямоугольник 100">
              <a:extLst>
                <a:ext uri="{FF2B5EF4-FFF2-40B4-BE49-F238E27FC236}">
                  <a16:creationId xmlns:a16="http://schemas.microsoft.com/office/drawing/2014/main" xmlns="" id="{D87DCF65-0797-213F-5432-0C941A02FA2B}"/>
                </a:ext>
              </a:extLst>
            </p:cNvPr>
            <p:cNvSpPr/>
            <p:nvPr userDrawn="1"/>
          </p:nvSpPr>
          <p:spPr>
            <a:xfrm>
              <a:off x="8454751" y="540951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Прямоугольник 101">
              <a:extLst>
                <a:ext uri="{FF2B5EF4-FFF2-40B4-BE49-F238E27FC236}">
                  <a16:creationId xmlns:a16="http://schemas.microsoft.com/office/drawing/2014/main" xmlns="" id="{F8B8B89D-1F4C-CEA3-B809-311A8BDFE682}"/>
                </a:ext>
              </a:extLst>
            </p:cNvPr>
            <p:cNvSpPr/>
            <p:nvPr userDrawn="1"/>
          </p:nvSpPr>
          <p:spPr>
            <a:xfrm>
              <a:off x="8454751" y="600711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Прямоугольник 102">
              <a:extLst>
                <a:ext uri="{FF2B5EF4-FFF2-40B4-BE49-F238E27FC236}">
                  <a16:creationId xmlns:a16="http://schemas.microsoft.com/office/drawing/2014/main" xmlns="" id="{CA6A4FDE-02C3-3A1B-C966-04D0BDBA58D7}"/>
                </a:ext>
              </a:extLst>
            </p:cNvPr>
            <p:cNvSpPr/>
            <p:nvPr userDrawn="1"/>
          </p:nvSpPr>
          <p:spPr>
            <a:xfrm>
              <a:off x="9049684" y="540951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Прямоугольник 103">
              <a:extLst>
                <a:ext uri="{FF2B5EF4-FFF2-40B4-BE49-F238E27FC236}">
                  <a16:creationId xmlns:a16="http://schemas.microsoft.com/office/drawing/2014/main" xmlns="" id="{D5BE7D58-7977-EFA6-7475-7477100406D7}"/>
                </a:ext>
              </a:extLst>
            </p:cNvPr>
            <p:cNvSpPr/>
            <p:nvPr userDrawn="1"/>
          </p:nvSpPr>
          <p:spPr>
            <a:xfrm>
              <a:off x="9049684" y="600711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Прямоугольник 104">
              <a:extLst>
                <a:ext uri="{FF2B5EF4-FFF2-40B4-BE49-F238E27FC236}">
                  <a16:creationId xmlns:a16="http://schemas.microsoft.com/office/drawing/2014/main" xmlns="" id="{92CA43FD-636E-AAD0-C235-D85F6A8F4AC5}"/>
                </a:ext>
              </a:extLst>
            </p:cNvPr>
            <p:cNvSpPr/>
            <p:nvPr userDrawn="1"/>
          </p:nvSpPr>
          <p:spPr>
            <a:xfrm>
              <a:off x="9626735" y="5405225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Прямоугольник 105">
              <a:extLst>
                <a:ext uri="{FF2B5EF4-FFF2-40B4-BE49-F238E27FC236}">
                  <a16:creationId xmlns:a16="http://schemas.microsoft.com/office/drawing/2014/main" xmlns="" id="{BF168A32-5A4E-EB99-7E81-EC92295A98CF}"/>
                </a:ext>
              </a:extLst>
            </p:cNvPr>
            <p:cNvSpPr/>
            <p:nvPr userDrawn="1"/>
          </p:nvSpPr>
          <p:spPr>
            <a:xfrm>
              <a:off x="9626735" y="6002824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Прямоугольник 106">
              <a:extLst>
                <a:ext uri="{FF2B5EF4-FFF2-40B4-BE49-F238E27FC236}">
                  <a16:creationId xmlns:a16="http://schemas.microsoft.com/office/drawing/2014/main" xmlns="" id="{048859B9-0335-6E9C-EDDD-156A4CF20372}"/>
                </a:ext>
              </a:extLst>
            </p:cNvPr>
            <p:cNvSpPr/>
            <p:nvPr userDrawn="1"/>
          </p:nvSpPr>
          <p:spPr>
            <a:xfrm>
              <a:off x="11934478" y="540845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Прямоугольник 107">
              <a:extLst>
                <a:ext uri="{FF2B5EF4-FFF2-40B4-BE49-F238E27FC236}">
                  <a16:creationId xmlns:a16="http://schemas.microsoft.com/office/drawing/2014/main" xmlns="" id="{8847A478-6F1A-2B37-E249-F4F7C0C2EB3B}"/>
                </a:ext>
              </a:extLst>
            </p:cNvPr>
            <p:cNvSpPr/>
            <p:nvPr userDrawn="1"/>
          </p:nvSpPr>
          <p:spPr>
            <a:xfrm>
              <a:off x="11934478" y="60060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4798D1-9B93-A0D5-C20E-13031112B7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199" y="-532061"/>
            <a:ext cx="4982604" cy="1423602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КЛЮЧЕВЫЕ СЛОВА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49964D80-4043-765E-0B35-68C8D1C324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1524" y="1137231"/>
            <a:ext cx="3957603" cy="3775812"/>
          </a:xfrm>
        </p:spPr>
        <p:txBody>
          <a:bodyPr/>
          <a:lstStyle>
            <a:lvl1pPr marL="342900" indent="-342900" algn="l">
              <a:buClr>
                <a:srgbClr val="0AB5EC"/>
              </a:buClr>
              <a:buFont typeface="Системный шрифт, обычный"/>
              <a:buChar char="✦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342479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AFE41476-70D3-5A17-E69B-04640A32F979}"/>
              </a:ext>
            </a:extLst>
          </p:cNvPr>
          <p:cNvSpPr/>
          <p:nvPr userDrawn="1"/>
        </p:nvSpPr>
        <p:spPr>
          <a:xfrm rot="5400000">
            <a:off x="-3352747" y="3351377"/>
            <a:ext cx="6858002" cy="155249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D9E8CA80-646E-A4EE-F8B4-130F22B2B1AF}"/>
              </a:ext>
            </a:extLst>
          </p:cNvPr>
          <p:cNvSpPr/>
          <p:nvPr userDrawn="1"/>
        </p:nvSpPr>
        <p:spPr>
          <a:xfrm>
            <a:off x="-13294" y="6351002"/>
            <a:ext cx="12205293" cy="516648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05014590-9C95-74FA-AE7A-A100226E9D4E}"/>
              </a:ext>
            </a:extLst>
          </p:cNvPr>
          <p:cNvSpPr/>
          <p:nvPr userDrawn="1"/>
        </p:nvSpPr>
        <p:spPr>
          <a:xfrm rot="16200000">
            <a:off x="-2606144" y="2684024"/>
            <a:ext cx="6904071" cy="1463184"/>
          </a:xfrm>
          <a:prstGeom prst="rect">
            <a:avLst/>
          </a:prstGeom>
          <a:solidFill>
            <a:srgbClr val="067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xmlns="" id="{2134604B-DEA5-DD12-116E-7246A3EF3E85}"/>
              </a:ext>
            </a:extLst>
          </p:cNvPr>
          <p:cNvGrpSpPr/>
          <p:nvPr userDrawn="1"/>
        </p:nvGrpSpPr>
        <p:grpSpPr>
          <a:xfrm>
            <a:off x="-13293" y="5559301"/>
            <a:ext cx="12257115" cy="1203674"/>
            <a:chOff x="-13293" y="5284981"/>
            <a:chExt cx="12257115" cy="1203674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DB4D42B2-A868-8B5B-242A-379518E60141}"/>
                </a:ext>
              </a:extLst>
            </p:cNvPr>
            <p:cNvSpPr/>
            <p:nvPr userDrawn="1"/>
          </p:nvSpPr>
          <p:spPr>
            <a:xfrm>
              <a:off x="3122026" y="54247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134146B3-2767-7DA6-A5DB-43348BE9FDB6}"/>
                </a:ext>
              </a:extLst>
            </p:cNvPr>
            <p:cNvSpPr/>
            <p:nvPr userDrawn="1"/>
          </p:nvSpPr>
          <p:spPr>
            <a:xfrm>
              <a:off x="-13293" y="5284981"/>
              <a:ext cx="7204363" cy="1201084"/>
            </a:xfrm>
            <a:prstGeom prst="rect">
              <a:avLst/>
            </a:prstGeom>
            <a:solidFill>
              <a:srgbClr val="4DC1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2236177E-DF6C-4A9C-5E96-F9FED0CC0A58}"/>
                </a:ext>
              </a:extLst>
            </p:cNvPr>
            <p:cNvSpPr/>
            <p:nvPr userDrawn="1"/>
          </p:nvSpPr>
          <p:spPr>
            <a:xfrm>
              <a:off x="3122026" y="60223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xmlns="" id="{8C8A3371-6839-024A-96FB-1A238E986CE6}"/>
                </a:ext>
              </a:extLst>
            </p:cNvPr>
            <p:cNvSpPr/>
            <p:nvPr userDrawn="1"/>
          </p:nvSpPr>
          <p:spPr>
            <a:xfrm>
              <a:off x="3716959" y="54247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48A1D7FB-2179-479B-FC8D-446C4BC5C3AA}"/>
                </a:ext>
              </a:extLst>
            </p:cNvPr>
            <p:cNvSpPr/>
            <p:nvPr userDrawn="1"/>
          </p:nvSpPr>
          <p:spPr>
            <a:xfrm>
              <a:off x="3716959" y="60223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xmlns="" id="{2699204C-B57D-32E7-24A9-6C1209A099EA}"/>
                </a:ext>
              </a:extLst>
            </p:cNvPr>
            <p:cNvSpPr/>
            <p:nvPr userDrawn="1"/>
          </p:nvSpPr>
          <p:spPr>
            <a:xfrm>
              <a:off x="4311892" y="54247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xmlns="" id="{ECC7A439-65BD-8CA4-9DE9-AD31DC25DA89}"/>
                </a:ext>
              </a:extLst>
            </p:cNvPr>
            <p:cNvSpPr/>
            <p:nvPr userDrawn="1"/>
          </p:nvSpPr>
          <p:spPr>
            <a:xfrm>
              <a:off x="4311892" y="60223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xmlns="" id="{1418FFC1-1A5C-196F-F5C9-7AEBBF446289}"/>
                </a:ext>
              </a:extLst>
            </p:cNvPr>
            <p:cNvSpPr/>
            <p:nvPr userDrawn="1"/>
          </p:nvSpPr>
          <p:spPr>
            <a:xfrm>
              <a:off x="4906825" y="54247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xmlns="" id="{709DCFD9-1737-EA26-4348-BA90F264E78E}"/>
                </a:ext>
              </a:extLst>
            </p:cNvPr>
            <p:cNvSpPr/>
            <p:nvPr userDrawn="1"/>
          </p:nvSpPr>
          <p:spPr>
            <a:xfrm>
              <a:off x="4906825" y="60223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xmlns="" id="{FA821696-E704-08DF-5B9F-804DE0F28D23}"/>
                </a:ext>
              </a:extLst>
            </p:cNvPr>
            <p:cNvSpPr/>
            <p:nvPr userDrawn="1"/>
          </p:nvSpPr>
          <p:spPr>
            <a:xfrm>
              <a:off x="5483876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205A904C-1D08-F65C-60C6-E75F71ED22B4}"/>
                </a:ext>
              </a:extLst>
            </p:cNvPr>
            <p:cNvSpPr/>
            <p:nvPr userDrawn="1"/>
          </p:nvSpPr>
          <p:spPr>
            <a:xfrm>
              <a:off x="5483876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xmlns="" id="{88133616-89E0-0377-D1BD-608556905ED3}"/>
                </a:ext>
              </a:extLst>
            </p:cNvPr>
            <p:cNvSpPr/>
            <p:nvPr userDrawn="1"/>
          </p:nvSpPr>
          <p:spPr>
            <a:xfrm>
              <a:off x="6078809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EC5E1BD5-ECFC-93C8-7D9C-58B9EB0FF224}"/>
                </a:ext>
              </a:extLst>
            </p:cNvPr>
            <p:cNvSpPr/>
            <p:nvPr userDrawn="1"/>
          </p:nvSpPr>
          <p:spPr>
            <a:xfrm>
              <a:off x="6078809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xmlns="" id="{536AC8E0-59F8-B55A-B658-40F0661FCB23}"/>
                </a:ext>
              </a:extLst>
            </p:cNvPr>
            <p:cNvSpPr/>
            <p:nvPr userDrawn="1"/>
          </p:nvSpPr>
          <p:spPr>
            <a:xfrm>
              <a:off x="6682198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xmlns="" id="{35844103-9ECC-0A47-6F8F-6D42C90D1DA8}"/>
                </a:ext>
              </a:extLst>
            </p:cNvPr>
            <p:cNvSpPr/>
            <p:nvPr userDrawn="1"/>
          </p:nvSpPr>
          <p:spPr>
            <a:xfrm>
              <a:off x="6682198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xmlns="" id="{4792FC6C-E5C5-7D6E-0A64-248E568CD425}"/>
                </a:ext>
              </a:extLst>
            </p:cNvPr>
            <p:cNvSpPr/>
            <p:nvPr userDrawn="1"/>
          </p:nvSpPr>
          <p:spPr>
            <a:xfrm>
              <a:off x="153878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xmlns="" id="{32B2A1D9-1CA7-DCA0-9546-74B92FA744CE}"/>
                </a:ext>
              </a:extLst>
            </p:cNvPr>
            <p:cNvSpPr/>
            <p:nvPr userDrawn="1"/>
          </p:nvSpPr>
          <p:spPr>
            <a:xfrm>
              <a:off x="153878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xmlns="" id="{837B128C-35D4-936D-327F-743201159D7C}"/>
                </a:ext>
              </a:extLst>
            </p:cNvPr>
            <p:cNvSpPr/>
            <p:nvPr userDrawn="1"/>
          </p:nvSpPr>
          <p:spPr>
            <a:xfrm>
              <a:off x="748811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xmlns="" id="{C0B4B096-D535-436B-59C7-20951B12AC62}"/>
                </a:ext>
              </a:extLst>
            </p:cNvPr>
            <p:cNvSpPr/>
            <p:nvPr userDrawn="1"/>
          </p:nvSpPr>
          <p:spPr>
            <a:xfrm>
              <a:off x="748811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xmlns="" id="{7510FEC7-93ED-DCD6-3E1A-1BD5C8D1D958}"/>
                </a:ext>
              </a:extLst>
            </p:cNvPr>
            <p:cNvSpPr/>
            <p:nvPr userDrawn="1"/>
          </p:nvSpPr>
          <p:spPr>
            <a:xfrm>
              <a:off x="1343744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xmlns="" id="{6B967668-4ABD-166D-CD9F-3121FB8A6CA5}"/>
                </a:ext>
              </a:extLst>
            </p:cNvPr>
            <p:cNvSpPr/>
            <p:nvPr userDrawn="1"/>
          </p:nvSpPr>
          <p:spPr>
            <a:xfrm>
              <a:off x="1343744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xmlns="" id="{0099E1E1-A466-5568-263C-53913EBD3E6D}"/>
                </a:ext>
              </a:extLst>
            </p:cNvPr>
            <p:cNvSpPr/>
            <p:nvPr userDrawn="1"/>
          </p:nvSpPr>
          <p:spPr>
            <a:xfrm>
              <a:off x="1938677" y="542045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xmlns="" id="{39384177-25C9-EE8D-DF0A-8CE7534BD226}"/>
                </a:ext>
              </a:extLst>
            </p:cNvPr>
            <p:cNvSpPr/>
            <p:nvPr userDrawn="1"/>
          </p:nvSpPr>
          <p:spPr>
            <a:xfrm>
              <a:off x="1938677" y="60180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xmlns="" id="{0BB78CA9-83BA-46BB-0A68-B97E0C9D8AB0}"/>
                </a:ext>
              </a:extLst>
            </p:cNvPr>
            <p:cNvSpPr/>
            <p:nvPr userDrawn="1"/>
          </p:nvSpPr>
          <p:spPr>
            <a:xfrm>
              <a:off x="2515728" y="5416165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xmlns="" id="{6AECFEFA-6C94-0DC2-E8F8-1BB780C16921}"/>
                </a:ext>
              </a:extLst>
            </p:cNvPr>
            <p:cNvSpPr/>
            <p:nvPr userDrawn="1"/>
          </p:nvSpPr>
          <p:spPr>
            <a:xfrm>
              <a:off x="2515728" y="6013764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xmlns="" id="{EC2B6C74-2546-8121-97A0-0E6A22232229}"/>
                </a:ext>
              </a:extLst>
            </p:cNvPr>
            <p:cNvSpPr/>
            <p:nvPr userDrawn="1"/>
          </p:nvSpPr>
          <p:spPr>
            <a:xfrm>
              <a:off x="3122026" y="539329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xmlns="" id="{2CC31384-C41C-E84D-910D-02B53D619B0F}"/>
                </a:ext>
              </a:extLst>
            </p:cNvPr>
            <p:cNvSpPr/>
            <p:nvPr userDrawn="1"/>
          </p:nvSpPr>
          <p:spPr>
            <a:xfrm>
              <a:off x="10233033" y="541380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FAF3795A-14B0-7CFE-BB87-E286C6E71C47}"/>
                </a:ext>
              </a:extLst>
            </p:cNvPr>
            <p:cNvSpPr/>
            <p:nvPr userDrawn="1"/>
          </p:nvSpPr>
          <p:spPr>
            <a:xfrm>
              <a:off x="7106254" y="5287571"/>
              <a:ext cx="5085746" cy="1201084"/>
            </a:xfrm>
            <a:prstGeom prst="rect">
              <a:avLst/>
            </a:prstGeom>
            <a:solidFill>
              <a:srgbClr val="4DC1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CC15C59-E510-524D-3327-4DFB168D2048}"/>
                </a:ext>
              </a:extLst>
            </p:cNvPr>
            <p:cNvSpPr/>
            <p:nvPr userDrawn="1"/>
          </p:nvSpPr>
          <p:spPr>
            <a:xfrm>
              <a:off x="10233033" y="601140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D845F95-43A1-ED89-8BD0-B76497566DB8}"/>
                </a:ext>
              </a:extLst>
            </p:cNvPr>
            <p:cNvSpPr/>
            <p:nvPr userDrawn="1"/>
          </p:nvSpPr>
          <p:spPr>
            <a:xfrm>
              <a:off x="10827966" y="541380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CA29D99-689B-684E-4B00-662CCD113429}"/>
                </a:ext>
              </a:extLst>
            </p:cNvPr>
            <p:cNvSpPr/>
            <p:nvPr userDrawn="1"/>
          </p:nvSpPr>
          <p:spPr>
            <a:xfrm>
              <a:off x="10827966" y="601140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1101A179-8539-A17E-215B-C583A9730D91}"/>
                </a:ext>
              </a:extLst>
            </p:cNvPr>
            <p:cNvSpPr/>
            <p:nvPr userDrawn="1"/>
          </p:nvSpPr>
          <p:spPr>
            <a:xfrm>
              <a:off x="11422899" y="541380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16AE66AF-E9EF-6B63-3EEF-42D8EE910BD3}"/>
                </a:ext>
              </a:extLst>
            </p:cNvPr>
            <p:cNvSpPr/>
            <p:nvPr userDrawn="1"/>
          </p:nvSpPr>
          <p:spPr>
            <a:xfrm>
              <a:off x="11422899" y="601140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32839AA3-DC59-2D42-881F-A60139468C92}"/>
                </a:ext>
              </a:extLst>
            </p:cNvPr>
            <p:cNvSpPr/>
            <p:nvPr userDrawn="1"/>
          </p:nvSpPr>
          <p:spPr>
            <a:xfrm>
              <a:off x="10229074" y="5408761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E749FDAC-892C-32A4-11D2-33D4BD10EAE1}"/>
                </a:ext>
              </a:extLst>
            </p:cNvPr>
            <p:cNvSpPr/>
            <p:nvPr userDrawn="1"/>
          </p:nvSpPr>
          <p:spPr>
            <a:xfrm>
              <a:off x="7264885" y="540951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xmlns="" id="{85850BAB-7767-8AA3-4F80-562FA10AD1AA}"/>
                </a:ext>
              </a:extLst>
            </p:cNvPr>
            <p:cNvSpPr/>
            <p:nvPr userDrawn="1"/>
          </p:nvSpPr>
          <p:spPr>
            <a:xfrm>
              <a:off x="7264885" y="600711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xmlns="" id="{CD0786E5-7254-29BD-FB33-B3FDE1310920}"/>
                </a:ext>
              </a:extLst>
            </p:cNvPr>
            <p:cNvSpPr/>
            <p:nvPr userDrawn="1"/>
          </p:nvSpPr>
          <p:spPr>
            <a:xfrm>
              <a:off x="7859818" y="540951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xmlns="" id="{312AF986-7005-8BA9-FD8F-D400AD496004}"/>
                </a:ext>
              </a:extLst>
            </p:cNvPr>
            <p:cNvSpPr/>
            <p:nvPr userDrawn="1"/>
          </p:nvSpPr>
          <p:spPr>
            <a:xfrm>
              <a:off x="7859818" y="600711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xmlns="" id="{7A3F9702-A620-7BE4-8EA5-2EF4BB1712CD}"/>
                </a:ext>
              </a:extLst>
            </p:cNvPr>
            <p:cNvSpPr/>
            <p:nvPr userDrawn="1"/>
          </p:nvSpPr>
          <p:spPr>
            <a:xfrm>
              <a:off x="8454751" y="540951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6AB32B0F-95EB-9E13-33D6-AFD3D95FB019}"/>
                </a:ext>
              </a:extLst>
            </p:cNvPr>
            <p:cNvSpPr/>
            <p:nvPr userDrawn="1"/>
          </p:nvSpPr>
          <p:spPr>
            <a:xfrm>
              <a:off x="8454751" y="600711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6B6B97DA-C5B8-56BB-068E-870A6BB28281}"/>
                </a:ext>
              </a:extLst>
            </p:cNvPr>
            <p:cNvSpPr/>
            <p:nvPr userDrawn="1"/>
          </p:nvSpPr>
          <p:spPr>
            <a:xfrm>
              <a:off x="9049684" y="5409517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A0713FA4-CB65-95D6-69DA-66CC774225B7}"/>
                </a:ext>
              </a:extLst>
            </p:cNvPr>
            <p:cNvSpPr/>
            <p:nvPr userDrawn="1"/>
          </p:nvSpPr>
          <p:spPr>
            <a:xfrm>
              <a:off x="9049684" y="600711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xmlns="" id="{18B4D365-3C52-E5AC-8563-28FA42F93A7A}"/>
                </a:ext>
              </a:extLst>
            </p:cNvPr>
            <p:cNvSpPr/>
            <p:nvPr userDrawn="1"/>
          </p:nvSpPr>
          <p:spPr>
            <a:xfrm>
              <a:off x="9626735" y="5405225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xmlns="" id="{1480BB1D-2AE7-AC7F-369A-B0FED5FE24E2}"/>
                </a:ext>
              </a:extLst>
            </p:cNvPr>
            <p:cNvSpPr/>
            <p:nvPr userDrawn="1"/>
          </p:nvSpPr>
          <p:spPr>
            <a:xfrm>
              <a:off x="9626735" y="6002824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xmlns="" id="{4CB8BBA2-1816-5457-798D-6175F3404087}"/>
                </a:ext>
              </a:extLst>
            </p:cNvPr>
            <p:cNvSpPr/>
            <p:nvPr userDrawn="1"/>
          </p:nvSpPr>
          <p:spPr>
            <a:xfrm>
              <a:off x="11934478" y="540845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Прямоугольник 52">
              <a:extLst>
                <a:ext uri="{FF2B5EF4-FFF2-40B4-BE49-F238E27FC236}">
                  <a16:creationId xmlns:a16="http://schemas.microsoft.com/office/drawing/2014/main" xmlns="" id="{524D6AB9-E615-BBDE-1DD1-AB10043F0F3E}"/>
                </a:ext>
              </a:extLst>
            </p:cNvPr>
            <p:cNvSpPr/>
            <p:nvPr userDrawn="1"/>
          </p:nvSpPr>
          <p:spPr>
            <a:xfrm>
              <a:off x="11934478" y="6006049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" name="Заголовок 1">
            <a:extLst>
              <a:ext uri="{FF2B5EF4-FFF2-40B4-BE49-F238E27FC236}">
                <a16:creationId xmlns:a16="http://schemas.microsoft.com/office/drawing/2014/main" xmlns="" id="{A029190A-3A04-3E3C-AD0F-081538C292D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662674" y="2050709"/>
            <a:ext cx="4982604" cy="8083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САМОЕ ГЛАВНОЕ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xmlns="" id="{C4F218B0-EA38-6324-AE4E-7A6A18819E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32730" y="411720"/>
            <a:ext cx="10202095" cy="4982605"/>
          </a:xfrm>
        </p:spPr>
        <p:txBody>
          <a:bodyPr/>
          <a:lstStyle>
            <a:lvl1pPr marL="457200" indent="-457200">
              <a:buClr>
                <a:srgbClr val="0AB5EC"/>
              </a:buClr>
              <a:buFont typeface="Системный шрифт, обычный"/>
              <a:buChar char="✦"/>
              <a:defRPr/>
            </a:lvl1pPr>
            <a:lvl2pPr marL="800100" indent="-342900">
              <a:buClr>
                <a:srgbClr val="0AB5EC"/>
              </a:buClr>
              <a:buFont typeface="Системный шрифт, обычный"/>
              <a:buChar char="✦"/>
              <a:defRPr/>
            </a:lvl2pPr>
            <a:lvl3pPr marL="1257300" indent="-342900">
              <a:buClr>
                <a:srgbClr val="0AB5EC"/>
              </a:buClr>
              <a:buFont typeface="Системный шрифт, обычный"/>
              <a:buChar char="✦"/>
              <a:defRPr/>
            </a:lvl3pPr>
            <a:lvl4pPr marL="1657350" indent="-285750">
              <a:buClr>
                <a:srgbClr val="0AB5EC"/>
              </a:buClr>
              <a:buFont typeface="Системный шрифт, обычный"/>
              <a:buChar char="✦"/>
              <a:defRPr/>
            </a:lvl4pPr>
            <a:lvl5pPr marL="2114550" indent="-285750">
              <a:buClr>
                <a:srgbClr val="0AB5EC"/>
              </a:buClr>
              <a:buFont typeface="Системный шрифт, обычный"/>
              <a:buChar char="✦"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891462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AFE41476-70D3-5A17-E69B-04640A32F979}"/>
              </a:ext>
            </a:extLst>
          </p:cNvPr>
          <p:cNvSpPr/>
          <p:nvPr userDrawn="1"/>
        </p:nvSpPr>
        <p:spPr>
          <a:xfrm rot="5400000">
            <a:off x="-3217461" y="3216091"/>
            <a:ext cx="6858002" cy="425822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D9E8CA80-646E-A4EE-F8B4-130F22B2B1AF}"/>
              </a:ext>
            </a:extLst>
          </p:cNvPr>
          <p:cNvSpPr/>
          <p:nvPr userDrawn="1"/>
        </p:nvSpPr>
        <p:spPr>
          <a:xfrm>
            <a:off x="-13294" y="6351002"/>
            <a:ext cx="12205293" cy="516648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FA821696-E704-08DF-5B9F-804DE0F28D23}"/>
              </a:ext>
            </a:extLst>
          </p:cNvPr>
          <p:cNvSpPr/>
          <p:nvPr userDrawn="1"/>
        </p:nvSpPr>
        <p:spPr>
          <a:xfrm rot="5400000">
            <a:off x="1182352" y="423469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205A904C-1D08-F65C-60C6-E75F71ED22B4}"/>
              </a:ext>
            </a:extLst>
          </p:cNvPr>
          <p:cNvSpPr/>
          <p:nvPr userDrawn="1"/>
        </p:nvSpPr>
        <p:spPr>
          <a:xfrm rot="5400000">
            <a:off x="584753" y="423469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88133616-89E0-0377-D1BD-608556905ED3}"/>
              </a:ext>
            </a:extLst>
          </p:cNvPr>
          <p:cNvSpPr/>
          <p:nvPr userDrawn="1"/>
        </p:nvSpPr>
        <p:spPr>
          <a:xfrm rot="5400000">
            <a:off x="1182352" y="1018402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EC5E1BD5-ECFC-93C8-7D9C-58B9EB0FF224}"/>
              </a:ext>
            </a:extLst>
          </p:cNvPr>
          <p:cNvSpPr/>
          <p:nvPr userDrawn="1"/>
        </p:nvSpPr>
        <p:spPr>
          <a:xfrm rot="5400000">
            <a:off x="584753" y="1018402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536AC8E0-59F8-B55A-B658-40F0661FCB23}"/>
              </a:ext>
            </a:extLst>
          </p:cNvPr>
          <p:cNvSpPr/>
          <p:nvPr userDrawn="1"/>
        </p:nvSpPr>
        <p:spPr>
          <a:xfrm rot="5400000">
            <a:off x="1182352" y="1621791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xmlns="" id="{35844103-9ECC-0A47-6F8F-6D42C90D1DA8}"/>
              </a:ext>
            </a:extLst>
          </p:cNvPr>
          <p:cNvSpPr/>
          <p:nvPr userDrawn="1"/>
        </p:nvSpPr>
        <p:spPr>
          <a:xfrm rot="5400000">
            <a:off x="584753" y="1621791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xmlns="" id="{2CC31384-C41C-E84D-910D-02B53D619B0F}"/>
              </a:ext>
            </a:extLst>
          </p:cNvPr>
          <p:cNvSpPr/>
          <p:nvPr userDrawn="1"/>
        </p:nvSpPr>
        <p:spPr>
          <a:xfrm rot="5400000">
            <a:off x="1189000" y="5172626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FAF3795A-14B0-7CFE-BB87-E286C6E71C47}"/>
              </a:ext>
            </a:extLst>
          </p:cNvPr>
          <p:cNvSpPr/>
          <p:nvPr userDrawn="1"/>
        </p:nvSpPr>
        <p:spPr>
          <a:xfrm rot="5400000">
            <a:off x="-1380606" y="3851859"/>
            <a:ext cx="4811199" cy="1201084"/>
          </a:xfrm>
          <a:prstGeom prst="rect">
            <a:avLst/>
          </a:prstGeom>
          <a:solidFill>
            <a:srgbClr val="4DC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xmlns="" id="{3CC15C59-E510-524D-3327-4DFB168D2048}"/>
              </a:ext>
            </a:extLst>
          </p:cNvPr>
          <p:cNvSpPr/>
          <p:nvPr userDrawn="1"/>
        </p:nvSpPr>
        <p:spPr>
          <a:xfrm rot="5400000">
            <a:off x="591401" y="5172626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xmlns="" id="{2D845F95-43A1-ED89-8BD0-B76497566DB8}"/>
              </a:ext>
            </a:extLst>
          </p:cNvPr>
          <p:cNvSpPr/>
          <p:nvPr userDrawn="1"/>
        </p:nvSpPr>
        <p:spPr>
          <a:xfrm rot="5400000">
            <a:off x="1189000" y="5767559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xmlns="" id="{4CA29D99-689B-684E-4B00-662CCD113429}"/>
              </a:ext>
            </a:extLst>
          </p:cNvPr>
          <p:cNvSpPr/>
          <p:nvPr userDrawn="1"/>
        </p:nvSpPr>
        <p:spPr>
          <a:xfrm rot="5400000">
            <a:off x="591401" y="5767559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xmlns="" id="{1101A179-8539-A17E-215B-C583A9730D91}"/>
              </a:ext>
            </a:extLst>
          </p:cNvPr>
          <p:cNvSpPr/>
          <p:nvPr userDrawn="1"/>
        </p:nvSpPr>
        <p:spPr>
          <a:xfrm rot="5400000">
            <a:off x="1189000" y="6362492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xmlns="" id="{16AE66AF-E9EF-6B63-3EEF-42D8EE910BD3}"/>
              </a:ext>
            </a:extLst>
          </p:cNvPr>
          <p:cNvSpPr/>
          <p:nvPr userDrawn="1"/>
        </p:nvSpPr>
        <p:spPr>
          <a:xfrm rot="5400000">
            <a:off x="591401" y="6362492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xmlns="" id="{32839AA3-DC59-2D42-881F-A60139468C92}"/>
              </a:ext>
            </a:extLst>
          </p:cNvPr>
          <p:cNvSpPr/>
          <p:nvPr userDrawn="1"/>
        </p:nvSpPr>
        <p:spPr>
          <a:xfrm rot="5400000">
            <a:off x="1194048" y="5168667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xmlns="" id="{E749FDAC-892C-32A4-11D2-33D4BD10EAE1}"/>
              </a:ext>
            </a:extLst>
          </p:cNvPr>
          <p:cNvSpPr/>
          <p:nvPr userDrawn="1"/>
        </p:nvSpPr>
        <p:spPr>
          <a:xfrm rot="5400000">
            <a:off x="1193292" y="2204478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xmlns="" id="{85850BAB-7767-8AA3-4F80-562FA10AD1AA}"/>
              </a:ext>
            </a:extLst>
          </p:cNvPr>
          <p:cNvSpPr/>
          <p:nvPr userDrawn="1"/>
        </p:nvSpPr>
        <p:spPr>
          <a:xfrm rot="5400000">
            <a:off x="595693" y="2204478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xmlns="" id="{CD0786E5-7254-29BD-FB33-B3FDE1310920}"/>
              </a:ext>
            </a:extLst>
          </p:cNvPr>
          <p:cNvSpPr/>
          <p:nvPr userDrawn="1"/>
        </p:nvSpPr>
        <p:spPr>
          <a:xfrm rot="5400000">
            <a:off x="1193292" y="2799411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xmlns="" id="{312AF986-7005-8BA9-FD8F-D400AD496004}"/>
              </a:ext>
            </a:extLst>
          </p:cNvPr>
          <p:cNvSpPr/>
          <p:nvPr userDrawn="1"/>
        </p:nvSpPr>
        <p:spPr>
          <a:xfrm rot="5400000">
            <a:off x="595693" y="2799411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xmlns="" id="{7A3F9702-A620-7BE4-8EA5-2EF4BB1712CD}"/>
              </a:ext>
            </a:extLst>
          </p:cNvPr>
          <p:cNvSpPr/>
          <p:nvPr userDrawn="1"/>
        </p:nvSpPr>
        <p:spPr>
          <a:xfrm rot="5400000">
            <a:off x="1193292" y="3394344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xmlns="" id="{6AB32B0F-95EB-9E13-33D6-AFD3D95FB019}"/>
              </a:ext>
            </a:extLst>
          </p:cNvPr>
          <p:cNvSpPr/>
          <p:nvPr userDrawn="1"/>
        </p:nvSpPr>
        <p:spPr>
          <a:xfrm rot="5400000">
            <a:off x="595693" y="3394344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xmlns="" id="{6B6B97DA-C5B8-56BB-068E-870A6BB28281}"/>
              </a:ext>
            </a:extLst>
          </p:cNvPr>
          <p:cNvSpPr/>
          <p:nvPr userDrawn="1"/>
        </p:nvSpPr>
        <p:spPr>
          <a:xfrm rot="5400000">
            <a:off x="1193292" y="3989277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xmlns="" id="{A0713FA4-CB65-95D6-69DA-66CC774225B7}"/>
              </a:ext>
            </a:extLst>
          </p:cNvPr>
          <p:cNvSpPr/>
          <p:nvPr userDrawn="1"/>
        </p:nvSpPr>
        <p:spPr>
          <a:xfrm rot="5400000">
            <a:off x="595693" y="3989277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xmlns="" id="{18B4D365-3C52-E5AC-8563-28FA42F93A7A}"/>
              </a:ext>
            </a:extLst>
          </p:cNvPr>
          <p:cNvSpPr/>
          <p:nvPr userDrawn="1"/>
        </p:nvSpPr>
        <p:spPr>
          <a:xfrm rot="5400000">
            <a:off x="1197584" y="4566328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xmlns="" id="{1480BB1D-2AE7-AC7F-369A-B0FED5FE24E2}"/>
              </a:ext>
            </a:extLst>
          </p:cNvPr>
          <p:cNvSpPr/>
          <p:nvPr userDrawn="1"/>
        </p:nvSpPr>
        <p:spPr>
          <a:xfrm rot="5400000">
            <a:off x="599985" y="4566328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05014590-9C95-74FA-AE7A-A100226E9D4E}"/>
              </a:ext>
            </a:extLst>
          </p:cNvPr>
          <p:cNvSpPr/>
          <p:nvPr userDrawn="1"/>
        </p:nvSpPr>
        <p:spPr>
          <a:xfrm rot="16200000">
            <a:off x="-1143002" y="1531036"/>
            <a:ext cx="4335992" cy="1201085"/>
          </a:xfrm>
          <a:prstGeom prst="rect">
            <a:avLst/>
          </a:prstGeom>
          <a:solidFill>
            <a:srgbClr val="067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xmlns="" id="{A029190A-3A04-3E3C-AD0F-081538C292D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274054" y="1727403"/>
            <a:ext cx="4335993" cy="8083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ОПОРНЫЙ КОНСПЕКТ</a:t>
            </a:r>
          </a:p>
        </p:txBody>
      </p:sp>
      <p:sp>
        <p:nvSpPr>
          <p:cNvPr id="54" name="Заголовок 1">
            <a:extLst>
              <a:ext uri="{FF2B5EF4-FFF2-40B4-BE49-F238E27FC236}">
                <a16:creationId xmlns:a16="http://schemas.microsoft.com/office/drawing/2014/main" xmlns="" id="{603EE70C-79A2-D14B-BD2F-9B9DA5632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359" y="281291"/>
            <a:ext cx="9448095" cy="1325563"/>
          </a:xfrm>
        </p:spPr>
        <p:txBody>
          <a:bodyPr>
            <a:normAutofit/>
          </a:bodyPr>
          <a:lstStyle>
            <a:lvl1pPr algn="just">
              <a:defRPr sz="2900" b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xmlns="" id="{262AD2E9-F33B-4D87-4340-C4DDC452AEE8}"/>
              </a:ext>
            </a:extLst>
          </p:cNvPr>
          <p:cNvGrpSpPr/>
          <p:nvPr userDrawn="1"/>
        </p:nvGrpSpPr>
        <p:grpSpPr>
          <a:xfrm>
            <a:off x="1963850" y="220795"/>
            <a:ext cx="9587689" cy="1446553"/>
            <a:chOff x="523200" y="357295"/>
            <a:chExt cx="11019433" cy="1446553"/>
          </a:xfrm>
          <a:solidFill>
            <a:srgbClr val="B2B8C2"/>
          </a:solidFill>
        </p:grpSpPr>
        <p:sp>
          <p:nvSpPr>
            <p:cNvPr id="57" name="Прямоугольник 56">
              <a:extLst>
                <a:ext uri="{FF2B5EF4-FFF2-40B4-BE49-F238E27FC236}">
                  <a16:creationId xmlns:a16="http://schemas.microsoft.com/office/drawing/2014/main" xmlns="" id="{53A72E87-67AB-6FB9-19EF-92701FC68714}"/>
                </a:ext>
              </a:extLst>
            </p:cNvPr>
            <p:cNvSpPr/>
            <p:nvPr userDrawn="1"/>
          </p:nvSpPr>
          <p:spPr>
            <a:xfrm>
              <a:off x="523200" y="357295"/>
              <a:ext cx="11015534" cy="118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8" name="Прямоугольник 57">
              <a:extLst>
                <a:ext uri="{FF2B5EF4-FFF2-40B4-BE49-F238E27FC236}">
                  <a16:creationId xmlns:a16="http://schemas.microsoft.com/office/drawing/2014/main" xmlns="" id="{33BCDCE9-F56D-81AC-A62E-DC209B73BEB1}"/>
                </a:ext>
              </a:extLst>
            </p:cNvPr>
            <p:cNvSpPr/>
            <p:nvPr userDrawn="1"/>
          </p:nvSpPr>
          <p:spPr>
            <a:xfrm rot="5400000">
              <a:off x="-135858" y="1025990"/>
              <a:ext cx="1436915" cy="118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Прямоугольник 58">
              <a:extLst>
                <a:ext uri="{FF2B5EF4-FFF2-40B4-BE49-F238E27FC236}">
                  <a16:creationId xmlns:a16="http://schemas.microsoft.com/office/drawing/2014/main" xmlns="" id="{E58C56CE-B3AC-651B-9470-AE6547CF4B3E}"/>
                </a:ext>
              </a:extLst>
            </p:cNvPr>
            <p:cNvSpPr/>
            <p:nvPr userDrawn="1"/>
          </p:nvSpPr>
          <p:spPr>
            <a:xfrm rot="5400000">
              <a:off x="10764370" y="1025991"/>
              <a:ext cx="1436915" cy="118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Прямоугольник 59">
              <a:extLst>
                <a:ext uri="{FF2B5EF4-FFF2-40B4-BE49-F238E27FC236}">
                  <a16:creationId xmlns:a16="http://schemas.microsoft.com/office/drawing/2014/main" xmlns="" id="{02725A5E-4B6E-EF11-8BF1-014E2A75E355}"/>
                </a:ext>
              </a:extLst>
            </p:cNvPr>
            <p:cNvSpPr/>
            <p:nvPr userDrawn="1"/>
          </p:nvSpPr>
          <p:spPr>
            <a:xfrm>
              <a:off x="527099" y="1685048"/>
              <a:ext cx="11015534" cy="118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63" name="Вертикальный объект 62">
            <a:extLst>
              <a:ext uri="{FF2B5EF4-FFF2-40B4-BE49-F238E27FC236}">
                <a16:creationId xmlns:a16="http://schemas.microsoft.com/office/drawing/2014/main" xmlns="" id="{A41EE144-4D76-AD77-EA53-1B39447EF50B}"/>
              </a:ext>
            </a:extLst>
          </p:cNvPr>
          <p:cNvSpPr>
            <a:spLocks noGrp="1"/>
          </p:cNvSpPr>
          <p:nvPr>
            <p:ph orient="vert" sz="quarter" idx="10"/>
          </p:nvPr>
        </p:nvSpPr>
        <p:spPr>
          <a:xfrm>
            <a:off x="2066925" y="2046288"/>
            <a:ext cx="9380538" cy="387508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98190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AFE41476-70D3-5A17-E69B-04640A32F979}"/>
              </a:ext>
            </a:extLst>
          </p:cNvPr>
          <p:cNvSpPr/>
          <p:nvPr userDrawn="1"/>
        </p:nvSpPr>
        <p:spPr>
          <a:xfrm rot="5400000">
            <a:off x="-3217461" y="3216091"/>
            <a:ext cx="6858002" cy="425822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D9E8CA80-646E-A4EE-F8B4-130F22B2B1AF}"/>
              </a:ext>
            </a:extLst>
          </p:cNvPr>
          <p:cNvSpPr/>
          <p:nvPr userDrawn="1"/>
        </p:nvSpPr>
        <p:spPr>
          <a:xfrm>
            <a:off x="-13294" y="6351002"/>
            <a:ext cx="12205293" cy="516648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FA821696-E704-08DF-5B9F-804DE0F28D23}"/>
              </a:ext>
            </a:extLst>
          </p:cNvPr>
          <p:cNvSpPr/>
          <p:nvPr userDrawn="1"/>
        </p:nvSpPr>
        <p:spPr>
          <a:xfrm rot="5400000">
            <a:off x="1182352" y="423469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205A904C-1D08-F65C-60C6-E75F71ED22B4}"/>
              </a:ext>
            </a:extLst>
          </p:cNvPr>
          <p:cNvSpPr/>
          <p:nvPr userDrawn="1"/>
        </p:nvSpPr>
        <p:spPr>
          <a:xfrm rot="5400000">
            <a:off x="584753" y="423469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88133616-89E0-0377-D1BD-608556905ED3}"/>
              </a:ext>
            </a:extLst>
          </p:cNvPr>
          <p:cNvSpPr/>
          <p:nvPr userDrawn="1"/>
        </p:nvSpPr>
        <p:spPr>
          <a:xfrm rot="5400000">
            <a:off x="1182352" y="1018402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EC5E1BD5-ECFC-93C8-7D9C-58B9EB0FF224}"/>
              </a:ext>
            </a:extLst>
          </p:cNvPr>
          <p:cNvSpPr/>
          <p:nvPr userDrawn="1"/>
        </p:nvSpPr>
        <p:spPr>
          <a:xfrm rot="5400000">
            <a:off x="584753" y="1018402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536AC8E0-59F8-B55A-B658-40F0661FCB23}"/>
              </a:ext>
            </a:extLst>
          </p:cNvPr>
          <p:cNvSpPr/>
          <p:nvPr userDrawn="1"/>
        </p:nvSpPr>
        <p:spPr>
          <a:xfrm rot="5400000">
            <a:off x="1182352" y="1621791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xmlns="" id="{35844103-9ECC-0A47-6F8F-6D42C90D1DA8}"/>
              </a:ext>
            </a:extLst>
          </p:cNvPr>
          <p:cNvSpPr/>
          <p:nvPr userDrawn="1"/>
        </p:nvSpPr>
        <p:spPr>
          <a:xfrm rot="5400000">
            <a:off x="584753" y="1621791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xmlns="" id="{2CC31384-C41C-E84D-910D-02B53D619B0F}"/>
              </a:ext>
            </a:extLst>
          </p:cNvPr>
          <p:cNvSpPr/>
          <p:nvPr userDrawn="1"/>
        </p:nvSpPr>
        <p:spPr>
          <a:xfrm rot="5400000">
            <a:off x="1189000" y="5172626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FAF3795A-14B0-7CFE-BB87-E286C6E71C47}"/>
              </a:ext>
            </a:extLst>
          </p:cNvPr>
          <p:cNvSpPr/>
          <p:nvPr userDrawn="1"/>
        </p:nvSpPr>
        <p:spPr>
          <a:xfrm rot="5400000">
            <a:off x="-1380606" y="3851859"/>
            <a:ext cx="4811199" cy="1201084"/>
          </a:xfrm>
          <a:prstGeom prst="rect">
            <a:avLst/>
          </a:prstGeom>
          <a:solidFill>
            <a:srgbClr val="4DC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xmlns="" id="{3CC15C59-E510-524D-3327-4DFB168D2048}"/>
              </a:ext>
            </a:extLst>
          </p:cNvPr>
          <p:cNvSpPr/>
          <p:nvPr userDrawn="1"/>
        </p:nvSpPr>
        <p:spPr>
          <a:xfrm rot="5400000">
            <a:off x="591401" y="5172626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xmlns="" id="{2D845F95-43A1-ED89-8BD0-B76497566DB8}"/>
              </a:ext>
            </a:extLst>
          </p:cNvPr>
          <p:cNvSpPr/>
          <p:nvPr userDrawn="1"/>
        </p:nvSpPr>
        <p:spPr>
          <a:xfrm rot="5400000">
            <a:off x="1189000" y="5767559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xmlns="" id="{4CA29D99-689B-684E-4B00-662CCD113429}"/>
              </a:ext>
            </a:extLst>
          </p:cNvPr>
          <p:cNvSpPr/>
          <p:nvPr userDrawn="1"/>
        </p:nvSpPr>
        <p:spPr>
          <a:xfrm rot="5400000">
            <a:off x="591401" y="5767559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xmlns="" id="{1101A179-8539-A17E-215B-C583A9730D91}"/>
              </a:ext>
            </a:extLst>
          </p:cNvPr>
          <p:cNvSpPr/>
          <p:nvPr userDrawn="1"/>
        </p:nvSpPr>
        <p:spPr>
          <a:xfrm rot="5400000">
            <a:off x="1189000" y="6362492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xmlns="" id="{16AE66AF-E9EF-6B63-3EEF-42D8EE910BD3}"/>
              </a:ext>
            </a:extLst>
          </p:cNvPr>
          <p:cNvSpPr/>
          <p:nvPr userDrawn="1"/>
        </p:nvSpPr>
        <p:spPr>
          <a:xfrm rot="5400000">
            <a:off x="591401" y="6362492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xmlns="" id="{32839AA3-DC59-2D42-881F-A60139468C92}"/>
              </a:ext>
            </a:extLst>
          </p:cNvPr>
          <p:cNvSpPr/>
          <p:nvPr userDrawn="1"/>
        </p:nvSpPr>
        <p:spPr>
          <a:xfrm rot="5400000">
            <a:off x="1194048" y="5168667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xmlns="" id="{E749FDAC-892C-32A4-11D2-33D4BD10EAE1}"/>
              </a:ext>
            </a:extLst>
          </p:cNvPr>
          <p:cNvSpPr/>
          <p:nvPr userDrawn="1"/>
        </p:nvSpPr>
        <p:spPr>
          <a:xfrm rot="5400000">
            <a:off x="1193292" y="2204478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xmlns="" id="{85850BAB-7767-8AA3-4F80-562FA10AD1AA}"/>
              </a:ext>
            </a:extLst>
          </p:cNvPr>
          <p:cNvSpPr/>
          <p:nvPr userDrawn="1"/>
        </p:nvSpPr>
        <p:spPr>
          <a:xfrm rot="5400000">
            <a:off x="595693" y="2204478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xmlns="" id="{CD0786E5-7254-29BD-FB33-B3FDE1310920}"/>
              </a:ext>
            </a:extLst>
          </p:cNvPr>
          <p:cNvSpPr/>
          <p:nvPr userDrawn="1"/>
        </p:nvSpPr>
        <p:spPr>
          <a:xfrm rot="5400000">
            <a:off x="1193292" y="2799411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xmlns="" id="{312AF986-7005-8BA9-FD8F-D400AD496004}"/>
              </a:ext>
            </a:extLst>
          </p:cNvPr>
          <p:cNvSpPr/>
          <p:nvPr userDrawn="1"/>
        </p:nvSpPr>
        <p:spPr>
          <a:xfrm rot="5400000">
            <a:off x="595693" y="2799411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xmlns="" id="{7A3F9702-A620-7BE4-8EA5-2EF4BB1712CD}"/>
              </a:ext>
            </a:extLst>
          </p:cNvPr>
          <p:cNvSpPr/>
          <p:nvPr userDrawn="1"/>
        </p:nvSpPr>
        <p:spPr>
          <a:xfrm rot="5400000">
            <a:off x="1193292" y="3394344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xmlns="" id="{6AB32B0F-95EB-9E13-33D6-AFD3D95FB019}"/>
              </a:ext>
            </a:extLst>
          </p:cNvPr>
          <p:cNvSpPr/>
          <p:nvPr userDrawn="1"/>
        </p:nvSpPr>
        <p:spPr>
          <a:xfrm rot="5400000">
            <a:off x="595693" y="3394344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xmlns="" id="{6B6B97DA-C5B8-56BB-068E-870A6BB28281}"/>
              </a:ext>
            </a:extLst>
          </p:cNvPr>
          <p:cNvSpPr/>
          <p:nvPr userDrawn="1"/>
        </p:nvSpPr>
        <p:spPr>
          <a:xfrm rot="5400000">
            <a:off x="1193292" y="3989277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xmlns="" id="{A0713FA4-CB65-95D6-69DA-66CC774225B7}"/>
              </a:ext>
            </a:extLst>
          </p:cNvPr>
          <p:cNvSpPr/>
          <p:nvPr userDrawn="1"/>
        </p:nvSpPr>
        <p:spPr>
          <a:xfrm rot="5400000">
            <a:off x="595693" y="3989277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xmlns="" id="{18B4D365-3C52-E5AC-8563-28FA42F93A7A}"/>
              </a:ext>
            </a:extLst>
          </p:cNvPr>
          <p:cNvSpPr/>
          <p:nvPr userDrawn="1"/>
        </p:nvSpPr>
        <p:spPr>
          <a:xfrm rot="5400000">
            <a:off x="1197584" y="4566328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xmlns="" id="{1480BB1D-2AE7-AC7F-369A-B0FED5FE24E2}"/>
              </a:ext>
            </a:extLst>
          </p:cNvPr>
          <p:cNvSpPr/>
          <p:nvPr userDrawn="1"/>
        </p:nvSpPr>
        <p:spPr>
          <a:xfrm rot="5400000">
            <a:off x="599985" y="4566328"/>
            <a:ext cx="309344" cy="311252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05014590-9C95-74FA-AE7A-A100226E9D4E}"/>
              </a:ext>
            </a:extLst>
          </p:cNvPr>
          <p:cNvSpPr/>
          <p:nvPr userDrawn="1"/>
        </p:nvSpPr>
        <p:spPr>
          <a:xfrm rot="16200000">
            <a:off x="-1143002" y="1531036"/>
            <a:ext cx="4335992" cy="1201085"/>
          </a:xfrm>
          <a:prstGeom prst="rect">
            <a:avLst/>
          </a:prstGeom>
          <a:solidFill>
            <a:srgbClr val="067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xmlns="" id="{A029190A-3A04-3E3C-AD0F-081538C292D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274054" y="1727403"/>
            <a:ext cx="4335993" cy="80835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ОПОРНЫЙ КОНСПЕКТ</a:t>
            </a:r>
          </a:p>
        </p:txBody>
      </p:sp>
      <p:sp>
        <p:nvSpPr>
          <p:cNvPr id="63" name="Вертикальный объект 62">
            <a:extLst>
              <a:ext uri="{FF2B5EF4-FFF2-40B4-BE49-F238E27FC236}">
                <a16:creationId xmlns:a16="http://schemas.microsoft.com/office/drawing/2014/main" xmlns="" id="{A41EE144-4D76-AD77-EA53-1B39447EF50B}"/>
              </a:ext>
            </a:extLst>
          </p:cNvPr>
          <p:cNvSpPr>
            <a:spLocks noGrp="1"/>
          </p:cNvSpPr>
          <p:nvPr>
            <p:ph orient="vert" sz="quarter" idx="10"/>
          </p:nvPr>
        </p:nvSpPr>
        <p:spPr>
          <a:xfrm>
            <a:off x="2066925" y="424424"/>
            <a:ext cx="9380538" cy="549695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82918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009031E-40C1-6EC8-051D-913A843C4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945" y="412329"/>
            <a:ext cx="10858993" cy="1325563"/>
          </a:xfrm>
        </p:spPr>
        <p:txBody>
          <a:bodyPr>
            <a:normAutofit/>
          </a:bodyPr>
          <a:lstStyle>
            <a:lvl1pPr algn="just">
              <a:defRPr sz="40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FEDD7F6-8913-7656-B980-E734787EE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6" y="1898248"/>
            <a:ext cx="10858994" cy="454742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4EDFA4EB-1405-017A-5BE6-CE17095E5A01}"/>
              </a:ext>
            </a:extLst>
          </p:cNvPr>
          <p:cNvSpPr/>
          <p:nvPr userDrawn="1"/>
        </p:nvSpPr>
        <p:spPr>
          <a:xfrm rot="5400000">
            <a:off x="-3172048" y="3170678"/>
            <a:ext cx="6858002" cy="516648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AA8D17CB-2F81-8FE2-DB7F-22F979385F90}"/>
              </a:ext>
            </a:extLst>
          </p:cNvPr>
          <p:cNvSpPr/>
          <p:nvPr userDrawn="1"/>
        </p:nvSpPr>
        <p:spPr>
          <a:xfrm>
            <a:off x="-13294" y="6351002"/>
            <a:ext cx="12205293" cy="516648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xmlns="" id="{56C9C8BF-D529-C701-F6C1-D4588A0CF18F}"/>
              </a:ext>
            </a:extLst>
          </p:cNvPr>
          <p:cNvGrpSpPr/>
          <p:nvPr userDrawn="1"/>
        </p:nvGrpSpPr>
        <p:grpSpPr>
          <a:xfrm>
            <a:off x="10887" y="6351002"/>
            <a:ext cx="4810495" cy="516648"/>
            <a:chOff x="10887" y="6351002"/>
            <a:chExt cx="4810495" cy="516648"/>
          </a:xfrm>
        </p:grpSpPr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xmlns="" id="{862C1A98-34DF-F235-C843-AB5A69C9346D}"/>
                </a:ext>
              </a:extLst>
            </p:cNvPr>
            <p:cNvSpPr/>
            <p:nvPr userDrawn="1"/>
          </p:nvSpPr>
          <p:spPr>
            <a:xfrm>
              <a:off x="3137666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xmlns="" id="{51D0B9C6-0737-E04B-B39D-5664BADB5A8A}"/>
                </a:ext>
              </a:extLst>
            </p:cNvPr>
            <p:cNvSpPr/>
            <p:nvPr userDrawn="1"/>
          </p:nvSpPr>
          <p:spPr>
            <a:xfrm>
              <a:off x="10887" y="6351002"/>
              <a:ext cx="4810495" cy="516648"/>
            </a:xfrm>
            <a:prstGeom prst="rect">
              <a:avLst/>
            </a:prstGeom>
            <a:solidFill>
              <a:srgbClr val="4DC1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xmlns="" id="{964F5C83-EB6B-6F3C-6790-0581726A6DC9}"/>
                </a:ext>
              </a:extLst>
            </p:cNvPr>
            <p:cNvSpPr/>
            <p:nvPr userDrawn="1"/>
          </p:nvSpPr>
          <p:spPr>
            <a:xfrm>
              <a:off x="3732599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E0BCBFA2-5236-6BF8-F406-5A00C5DB91B2}"/>
                </a:ext>
              </a:extLst>
            </p:cNvPr>
            <p:cNvSpPr/>
            <p:nvPr userDrawn="1"/>
          </p:nvSpPr>
          <p:spPr>
            <a:xfrm>
              <a:off x="4327532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xmlns="" id="{9EAA583A-C4CF-F682-90A6-2D60941A2176}"/>
                </a:ext>
              </a:extLst>
            </p:cNvPr>
            <p:cNvSpPr/>
            <p:nvPr userDrawn="1"/>
          </p:nvSpPr>
          <p:spPr>
            <a:xfrm>
              <a:off x="3133707" y="6472192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xmlns="" id="{B014577F-6918-4D84-119A-F4D252C00B95}"/>
                </a:ext>
              </a:extLst>
            </p:cNvPr>
            <p:cNvSpPr/>
            <p:nvPr userDrawn="1"/>
          </p:nvSpPr>
          <p:spPr>
            <a:xfrm>
              <a:off x="169518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Прямоугольник 52">
              <a:extLst>
                <a:ext uri="{FF2B5EF4-FFF2-40B4-BE49-F238E27FC236}">
                  <a16:creationId xmlns:a16="http://schemas.microsoft.com/office/drawing/2014/main" xmlns="" id="{4D4F1296-FCF7-8A83-3521-B4ADC28A30DB}"/>
                </a:ext>
              </a:extLst>
            </p:cNvPr>
            <p:cNvSpPr/>
            <p:nvPr userDrawn="1"/>
          </p:nvSpPr>
          <p:spPr>
            <a:xfrm>
              <a:off x="764451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 54">
              <a:extLst>
                <a:ext uri="{FF2B5EF4-FFF2-40B4-BE49-F238E27FC236}">
                  <a16:creationId xmlns:a16="http://schemas.microsoft.com/office/drawing/2014/main" xmlns="" id="{6E2C3AF2-B5FA-AC04-663C-396D7C72BC8C}"/>
                </a:ext>
              </a:extLst>
            </p:cNvPr>
            <p:cNvSpPr/>
            <p:nvPr userDrawn="1"/>
          </p:nvSpPr>
          <p:spPr>
            <a:xfrm>
              <a:off x="1359384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 56">
              <a:extLst>
                <a:ext uri="{FF2B5EF4-FFF2-40B4-BE49-F238E27FC236}">
                  <a16:creationId xmlns:a16="http://schemas.microsoft.com/office/drawing/2014/main" xmlns="" id="{08944D8B-2CA5-A0AC-04FA-D4A9F292DBE5}"/>
                </a:ext>
              </a:extLst>
            </p:cNvPr>
            <p:cNvSpPr/>
            <p:nvPr userDrawn="1"/>
          </p:nvSpPr>
          <p:spPr>
            <a:xfrm>
              <a:off x="1954317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Прямоугольник 58">
              <a:extLst>
                <a:ext uri="{FF2B5EF4-FFF2-40B4-BE49-F238E27FC236}">
                  <a16:creationId xmlns:a16="http://schemas.microsoft.com/office/drawing/2014/main" xmlns="" id="{DCFCB4C4-495F-51EB-F6EE-1F8A5EF814BF}"/>
                </a:ext>
              </a:extLst>
            </p:cNvPr>
            <p:cNvSpPr/>
            <p:nvPr userDrawn="1"/>
          </p:nvSpPr>
          <p:spPr>
            <a:xfrm>
              <a:off x="2531368" y="64686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079755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009031E-40C1-6EC8-051D-913A843C4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3234" y="412329"/>
            <a:ext cx="9787703" cy="1325563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FEDD7F6-8913-7656-B980-E734787EE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6" y="1898248"/>
            <a:ext cx="10858994" cy="454742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F00716F5-9D23-185A-747F-04D9EAD53A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046" b="89943" l="9868" r="89803">
                        <a14:foregroundMark x1="34211" y1="41092" x2="39474" y2="41667"/>
                        <a14:foregroundMark x1="36184" y1="60057" x2="41447" y2="60632"/>
                        <a14:foregroundMark x1="61513" y1="62644" x2="64145" y2="61782"/>
                        <a14:foregroundMark x1="61842" y1="42816" x2="64803" y2="40805"/>
                        <a14:foregroundMark x1="31250" y1="61207" x2="38487" y2="61207"/>
                        <a14:foregroundMark x1="31908" y1="61207" x2="39145" y2="60345"/>
                        <a14:foregroundMark x1="20724" y1="17241" x2="20724" y2="17241"/>
                        <a14:foregroundMark x1="21053" y1="22414" x2="21053" y2="22414"/>
                        <a14:foregroundMark x1="21053" y1="27586" x2="21053" y2="27586"/>
                        <a14:foregroundMark x1="21053" y1="33046" x2="21053" y2="33046"/>
                        <a14:foregroundMark x1="21053" y1="38218" x2="21053" y2="38218"/>
                        <a14:foregroundMark x1="21053" y1="43103" x2="21053" y2="43103"/>
                        <a14:foregroundMark x1="21382" y1="46839" x2="21382" y2="46839"/>
                        <a14:foregroundMark x1="20724" y1="52299" x2="20724" y2="52299"/>
                        <a14:foregroundMark x1="20724" y1="57471" x2="20724" y2="57471"/>
                        <a14:foregroundMark x1="20724" y1="62644" x2="20724" y2="62644"/>
                        <a14:foregroundMark x1="20395" y1="67816" x2="20395" y2="67816"/>
                        <a14:foregroundMark x1="20724" y1="72126" x2="20724" y2="72126"/>
                        <a14:foregroundMark x1="21053" y1="77874" x2="21053" y2="77874"/>
                        <a14:foregroundMark x1="20724" y1="82471" x2="20724" y2="82471"/>
                        <a14:foregroundMark x1="52139" y1="9750" x2="53947" y2="10057"/>
                        <a14:foregroundMark x1="42105" y1="8046" x2="45018" y2="8541"/>
                        <a14:foregroundMark x1="47368" y1="12356" x2="47368" y2="12356"/>
                        <a14:backgroundMark x1="46382" y1="8908" x2="48684" y2="9483"/>
                        <a14:backgroundMark x1="48684" y1="9195" x2="50329" y2="10057"/>
                        <a14:backgroundMark x1="44079" y1="9483" x2="44079" y2="9483"/>
                        <a14:backgroundMark x1="44737" y1="9483" x2="44737" y2="9483"/>
                        <a14:backgroundMark x1="44408" y1="8908" x2="44408" y2="8908"/>
                        <a14:backgroundMark x1="46711" y1="9195" x2="51316" y2="10632"/>
                        <a14:backgroundMark x1="49671" y1="10057" x2="45066" y2="8621"/>
                        <a14:backgroundMark x1="47697" y1="8621" x2="50987" y2="103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277" y="332203"/>
            <a:ext cx="1227958" cy="1405689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E8B87DA0-0C06-ADCF-AB6C-14DF61F22AEC}"/>
              </a:ext>
            </a:extLst>
          </p:cNvPr>
          <p:cNvSpPr/>
          <p:nvPr userDrawn="1"/>
        </p:nvSpPr>
        <p:spPr>
          <a:xfrm rot="5400000">
            <a:off x="-3172048" y="3170678"/>
            <a:ext cx="6858002" cy="516648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C7DF364A-1B69-56C6-DFA5-42C0B3101505}"/>
              </a:ext>
            </a:extLst>
          </p:cNvPr>
          <p:cNvSpPr/>
          <p:nvPr userDrawn="1"/>
        </p:nvSpPr>
        <p:spPr>
          <a:xfrm>
            <a:off x="-13294" y="6351002"/>
            <a:ext cx="12205293" cy="516648"/>
          </a:xfrm>
          <a:prstGeom prst="rect">
            <a:avLst/>
          </a:prstGeom>
          <a:solidFill>
            <a:srgbClr val="B2B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xmlns="" id="{621DA128-2D17-F10B-5EE0-0917A8B960DD}"/>
              </a:ext>
            </a:extLst>
          </p:cNvPr>
          <p:cNvGrpSpPr/>
          <p:nvPr userDrawn="1"/>
        </p:nvGrpSpPr>
        <p:grpSpPr>
          <a:xfrm>
            <a:off x="10887" y="6351002"/>
            <a:ext cx="4810495" cy="516648"/>
            <a:chOff x="10887" y="6351002"/>
            <a:chExt cx="4810495" cy="516648"/>
          </a:xfrm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xmlns="" id="{068FCA0F-1B1B-D78B-2F05-35F19CB6E77C}"/>
                </a:ext>
              </a:extLst>
            </p:cNvPr>
            <p:cNvSpPr/>
            <p:nvPr userDrawn="1"/>
          </p:nvSpPr>
          <p:spPr>
            <a:xfrm>
              <a:off x="3137666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xmlns="" id="{26842F50-E95E-7832-E834-22C2901E3E0C}"/>
                </a:ext>
              </a:extLst>
            </p:cNvPr>
            <p:cNvSpPr/>
            <p:nvPr userDrawn="1"/>
          </p:nvSpPr>
          <p:spPr>
            <a:xfrm>
              <a:off x="10887" y="6351002"/>
              <a:ext cx="4810495" cy="516648"/>
            </a:xfrm>
            <a:prstGeom prst="rect">
              <a:avLst/>
            </a:prstGeom>
            <a:solidFill>
              <a:srgbClr val="4DC1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xmlns="" id="{CBB6BB81-BB78-5AD5-8851-5D2D2F13BB2E}"/>
                </a:ext>
              </a:extLst>
            </p:cNvPr>
            <p:cNvSpPr/>
            <p:nvPr userDrawn="1"/>
          </p:nvSpPr>
          <p:spPr>
            <a:xfrm>
              <a:off x="3732599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xmlns="" id="{BAFABFE7-977D-2817-3FAA-27A5B83C0258}"/>
                </a:ext>
              </a:extLst>
            </p:cNvPr>
            <p:cNvSpPr/>
            <p:nvPr userDrawn="1"/>
          </p:nvSpPr>
          <p:spPr>
            <a:xfrm>
              <a:off x="4327532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xmlns="" id="{8C56028B-CFFA-E758-B354-82845D2ACD53}"/>
                </a:ext>
              </a:extLst>
            </p:cNvPr>
            <p:cNvSpPr/>
            <p:nvPr userDrawn="1"/>
          </p:nvSpPr>
          <p:spPr>
            <a:xfrm>
              <a:off x="3133707" y="6472192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7332B212-A6D0-0B68-A10C-69144780D186}"/>
                </a:ext>
              </a:extLst>
            </p:cNvPr>
            <p:cNvSpPr/>
            <p:nvPr userDrawn="1"/>
          </p:nvSpPr>
          <p:spPr>
            <a:xfrm>
              <a:off x="169518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xmlns="" id="{17FBE1DD-FD34-0955-F539-7F92CF9E9A76}"/>
                </a:ext>
              </a:extLst>
            </p:cNvPr>
            <p:cNvSpPr/>
            <p:nvPr userDrawn="1"/>
          </p:nvSpPr>
          <p:spPr>
            <a:xfrm>
              <a:off x="764451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C9C9D96F-C35E-2AA5-A888-49052F15471D}"/>
                </a:ext>
              </a:extLst>
            </p:cNvPr>
            <p:cNvSpPr/>
            <p:nvPr userDrawn="1"/>
          </p:nvSpPr>
          <p:spPr>
            <a:xfrm>
              <a:off x="1359384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xmlns="" id="{734D8D4F-08D6-00CA-984A-24E3A524C415}"/>
                </a:ext>
              </a:extLst>
            </p:cNvPr>
            <p:cNvSpPr/>
            <p:nvPr userDrawn="1"/>
          </p:nvSpPr>
          <p:spPr>
            <a:xfrm>
              <a:off x="1954317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xmlns="" id="{A76ADAF5-E3EC-9E34-7014-27B0D141B8ED}"/>
                </a:ext>
              </a:extLst>
            </p:cNvPr>
            <p:cNvSpPr/>
            <p:nvPr userDrawn="1"/>
          </p:nvSpPr>
          <p:spPr>
            <a:xfrm>
              <a:off x="2531368" y="64686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98892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009031E-40C1-6EC8-051D-913A843C4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945" y="412329"/>
            <a:ext cx="10858993" cy="1325563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Рисунок 4">
            <a:extLst>
              <a:ext uri="{FF2B5EF4-FFF2-40B4-BE49-F238E27FC236}">
                <a16:creationId xmlns:a16="http://schemas.microsoft.com/office/drawing/2014/main" xmlns="" id="{BD18FCB1-C9CD-1BAF-0578-EAA2D4588C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31265" y="1895575"/>
            <a:ext cx="8253984" cy="2573338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xmlns="" id="{DD2D9D71-C603-5A67-51EA-316B484E040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62038" y="4005592"/>
            <a:ext cx="5424487" cy="2573338"/>
          </a:xfrm>
        </p:spPr>
        <p:txBody>
          <a:bodyPr/>
          <a:lstStyle/>
          <a:p>
            <a:endParaRPr lang="ru-RU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xmlns="" id="{76CE5056-F6E2-5A5E-6C98-540ED9AEE778}"/>
              </a:ext>
            </a:extLst>
          </p:cNvPr>
          <p:cNvGrpSpPr/>
          <p:nvPr userDrawn="1"/>
        </p:nvGrpSpPr>
        <p:grpSpPr>
          <a:xfrm>
            <a:off x="1" y="6599676"/>
            <a:ext cx="3050930" cy="258324"/>
            <a:chOff x="10887" y="6351002"/>
            <a:chExt cx="4810495" cy="516648"/>
          </a:xfrm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xmlns="" id="{5E60154D-0A57-88CE-9D07-2207DC66831C}"/>
                </a:ext>
              </a:extLst>
            </p:cNvPr>
            <p:cNvSpPr/>
            <p:nvPr userDrawn="1"/>
          </p:nvSpPr>
          <p:spPr>
            <a:xfrm>
              <a:off x="3137666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xmlns="" id="{6C35E707-6B56-5356-F6C4-8876A0A09C86}"/>
                </a:ext>
              </a:extLst>
            </p:cNvPr>
            <p:cNvSpPr/>
            <p:nvPr userDrawn="1"/>
          </p:nvSpPr>
          <p:spPr>
            <a:xfrm>
              <a:off x="10887" y="6351002"/>
              <a:ext cx="4810495" cy="516648"/>
            </a:xfrm>
            <a:prstGeom prst="rect">
              <a:avLst/>
            </a:prstGeom>
            <a:solidFill>
              <a:srgbClr val="4DC1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xmlns="" id="{1ECBC377-1E81-4B76-131F-704D18F835C3}"/>
                </a:ext>
              </a:extLst>
            </p:cNvPr>
            <p:cNvSpPr/>
            <p:nvPr userDrawn="1"/>
          </p:nvSpPr>
          <p:spPr>
            <a:xfrm>
              <a:off x="3732599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xmlns="" id="{37454376-AC3C-D342-309C-FE93461D6262}"/>
                </a:ext>
              </a:extLst>
            </p:cNvPr>
            <p:cNvSpPr/>
            <p:nvPr userDrawn="1"/>
          </p:nvSpPr>
          <p:spPr>
            <a:xfrm>
              <a:off x="4327532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xmlns="" id="{34F0897A-EF08-C492-4A89-02C132DC1860}"/>
                </a:ext>
              </a:extLst>
            </p:cNvPr>
            <p:cNvSpPr/>
            <p:nvPr userDrawn="1"/>
          </p:nvSpPr>
          <p:spPr>
            <a:xfrm>
              <a:off x="3133707" y="6472192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0EEF2BB8-595E-9179-F579-3EAFB8E6C290}"/>
                </a:ext>
              </a:extLst>
            </p:cNvPr>
            <p:cNvSpPr/>
            <p:nvPr userDrawn="1"/>
          </p:nvSpPr>
          <p:spPr>
            <a:xfrm>
              <a:off x="169518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xmlns="" id="{DF8112C1-C3EF-3E3D-8AF3-0D1472B5413A}"/>
                </a:ext>
              </a:extLst>
            </p:cNvPr>
            <p:cNvSpPr/>
            <p:nvPr userDrawn="1"/>
          </p:nvSpPr>
          <p:spPr>
            <a:xfrm>
              <a:off x="764451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57162744-85F5-95A3-FCD4-F70943B8E7D9}"/>
                </a:ext>
              </a:extLst>
            </p:cNvPr>
            <p:cNvSpPr/>
            <p:nvPr userDrawn="1"/>
          </p:nvSpPr>
          <p:spPr>
            <a:xfrm>
              <a:off x="1359384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xmlns="" id="{3967F7A9-D804-5FE9-3816-7A8CA0B6F166}"/>
                </a:ext>
              </a:extLst>
            </p:cNvPr>
            <p:cNvSpPr/>
            <p:nvPr userDrawn="1"/>
          </p:nvSpPr>
          <p:spPr>
            <a:xfrm>
              <a:off x="1954317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xmlns="" id="{F9F8E841-BD81-B784-0446-252101173577}"/>
                </a:ext>
              </a:extLst>
            </p:cNvPr>
            <p:cNvSpPr/>
            <p:nvPr userDrawn="1"/>
          </p:nvSpPr>
          <p:spPr>
            <a:xfrm>
              <a:off x="2531368" y="64686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xmlns="" id="{AC323DF0-9F86-B5E4-B5A2-88E486B73278}"/>
              </a:ext>
            </a:extLst>
          </p:cNvPr>
          <p:cNvGrpSpPr/>
          <p:nvPr userDrawn="1"/>
        </p:nvGrpSpPr>
        <p:grpSpPr>
          <a:xfrm rot="5400000">
            <a:off x="10575473" y="1396303"/>
            <a:ext cx="3050930" cy="258324"/>
            <a:chOff x="10887" y="6351002"/>
            <a:chExt cx="4810495" cy="516648"/>
          </a:xfrm>
        </p:grpSpPr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587CD13F-5064-E437-3624-D241FCE56DBC}"/>
                </a:ext>
              </a:extLst>
            </p:cNvPr>
            <p:cNvSpPr/>
            <p:nvPr userDrawn="1"/>
          </p:nvSpPr>
          <p:spPr>
            <a:xfrm>
              <a:off x="3137666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FE668593-C9C2-0B01-670A-D772040A540C}"/>
                </a:ext>
              </a:extLst>
            </p:cNvPr>
            <p:cNvSpPr/>
            <p:nvPr userDrawn="1"/>
          </p:nvSpPr>
          <p:spPr>
            <a:xfrm>
              <a:off x="10887" y="6351002"/>
              <a:ext cx="4810495" cy="516648"/>
            </a:xfrm>
            <a:prstGeom prst="rect">
              <a:avLst/>
            </a:prstGeom>
            <a:solidFill>
              <a:srgbClr val="4DC1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0C12DF80-615D-6AFA-7954-0117934EFBF2}"/>
                </a:ext>
              </a:extLst>
            </p:cNvPr>
            <p:cNvSpPr/>
            <p:nvPr userDrawn="1"/>
          </p:nvSpPr>
          <p:spPr>
            <a:xfrm>
              <a:off x="3732599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xmlns="" id="{0B046B06-27E0-F89C-DF40-F0DD0061B086}"/>
                </a:ext>
              </a:extLst>
            </p:cNvPr>
            <p:cNvSpPr/>
            <p:nvPr userDrawn="1"/>
          </p:nvSpPr>
          <p:spPr>
            <a:xfrm>
              <a:off x="4327532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xmlns="" id="{AC0DEBF8-3212-7598-9188-21B1C6BA8B15}"/>
                </a:ext>
              </a:extLst>
            </p:cNvPr>
            <p:cNvSpPr/>
            <p:nvPr userDrawn="1"/>
          </p:nvSpPr>
          <p:spPr>
            <a:xfrm>
              <a:off x="3133707" y="6472192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xmlns="" id="{C2512362-22D5-3CB3-085B-C0F3FD44A5A0}"/>
                </a:ext>
              </a:extLst>
            </p:cNvPr>
            <p:cNvSpPr/>
            <p:nvPr userDrawn="1"/>
          </p:nvSpPr>
          <p:spPr>
            <a:xfrm>
              <a:off x="169518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xmlns="" id="{1B7704C0-5A49-566A-5F58-726C689773C9}"/>
                </a:ext>
              </a:extLst>
            </p:cNvPr>
            <p:cNvSpPr/>
            <p:nvPr userDrawn="1"/>
          </p:nvSpPr>
          <p:spPr>
            <a:xfrm>
              <a:off x="764451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654A6EC6-CDF2-8E18-5D7F-11FA76C10E48}"/>
                </a:ext>
              </a:extLst>
            </p:cNvPr>
            <p:cNvSpPr/>
            <p:nvPr userDrawn="1"/>
          </p:nvSpPr>
          <p:spPr>
            <a:xfrm>
              <a:off x="1359384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99650B61-1CE9-1E8B-7A62-FE819986F208}"/>
                </a:ext>
              </a:extLst>
            </p:cNvPr>
            <p:cNvSpPr/>
            <p:nvPr userDrawn="1"/>
          </p:nvSpPr>
          <p:spPr>
            <a:xfrm>
              <a:off x="1954317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9E7B5509-EA99-BDD3-DF21-DB097379AD2D}"/>
                </a:ext>
              </a:extLst>
            </p:cNvPr>
            <p:cNvSpPr/>
            <p:nvPr userDrawn="1"/>
          </p:nvSpPr>
          <p:spPr>
            <a:xfrm>
              <a:off x="2531368" y="64686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844713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FEDD7F6-8913-7656-B980-E734787EE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03" y="279071"/>
            <a:ext cx="10858994" cy="1822103"/>
          </a:xfrm>
        </p:spPr>
        <p:txBody>
          <a:bodyPr/>
          <a:lstStyle>
            <a:lvl1pPr marL="0" indent="0" algn="just">
              <a:buNone/>
              <a:defRPr>
                <a:solidFill>
                  <a:schemeClr val="tx2"/>
                </a:solidFill>
              </a:defRPr>
            </a:lvl1pPr>
            <a:lvl2pPr marL="457200" indent="0" algn="just">
              <a:buNone/>
              <a:defRPr>
                <a:solidFill>
                  <a:schemeClr val="tx2"/>
                </a:solidFill>
              </a:defRPr>
            </a:lvl2pPr>
            <a:lvl3pPr marL="914400" indent="0" algn="just">
              <a:buNone/>
              <a:defRPr>
                <a:solidFill>
                  <a:schemeClr val="tx2"/>
                </a:solidFill>
              </a:defRPr>
            </a:lvl3pPr>
            <a:lvl4pPr marL="1371600" indent="0" algn="just">
              <a:buNone/>
              <a:defRPr>
                <a:solidFill>
                  <a:schemeClr val="tx2"/>
                </a:solidFill>
              </a:defRPr>
            </a:lvl4pPr>
            <a:lvl5pPr marL="1828800" indent="0" algn="just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xmlns="" id="{C859873C-8BE9-6DF9-3BBC-B9E7AE4730B3}"/>
              </a:ext>
            </a:extLst>
          </p:cNvPr>
          <p:cNvGrpSpPr/>
          <p:nvPr userDrawn="1"/>
        </p:nvGrpSpPr>
        <p:grpSpPr>
          <a:xfrm>
            <a:off x="-11267" y="-1"/>
            <a:ext cx="12203267" cy="6858001"/>
            <a:chOff x="-11267" y="-1"/>
            <a:chExt cx="12203267" cy="6858001"/>
          </a:xfrm>
          <a:solidFill>
            <a:schemeClr val="bg1">
              <a:lumMod val="95000"/>
            </a:schemeClr>
          </a:solidFill>
        </p:grpSpPr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xmlns="" id="{543D09BE-B454-6DC9-0290-6970B9A3849F}"/>
                </a:ext>
              </a:extLst>
            </p:cNvPr>
            <p:cNvSpPr/>
            <p:nvPr userDrawn="1"/>
          </p:nvSpPr>
          <p:spPr>
            <a:xfrm>
              <a:off x="0" y="1"/>
              <a:ext cx="12192000" cy="279070"/>
            </a:xfrm>
            <a:prstGeom prst="rect">
              <a:avLst/>
            </a:prstGeom>
            <a:solidFill>
              <a:srgbClr val="B2B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xmlns="" id="{ED8C5E0F-9BF8-887E-16F8-17E98A197860}"/>
                </a:ext>
              </a:extLst>
            </p:cNvPr>
            <p:cNvSpPr/>
            <p:nvPr userDrawn="1"/>
          </p:nvSpPr>
          <p:spPr>
            <a:xfrm>
              <a:off x="0" y="6578930"/>
              <a:ext cx="12192000" cy="279070"/>
            </a:xfrm>
            <a:prstGeom prst="rect">
              <a:avLst/>
            </a:prstGeom>
            <a:solidFill>
              <a:srgbClr val="B2B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xmlns="" id="{DD6BDDC5-1AB8-5894-786A-67714FD71D72}"/>
                </a:ext>
              </a:extLst>
            </p:cNvPr>
            <p:cNvSpPr/>
            <p:nvPr userDrawn="1"/>
          </p:nvSpPr>
          <p:spPr>
            <a:xfrm rot="5400000">
              <a:off x="-3298067" y="3286799"/>
              <a:ext cx="6858000" cy="284400"/>
            </a:xfrm>
            <a:prstGeom prst="rect">
              <a:avLst/>
            </a:prstGeom>
            <a:solidFill>
              <a:srgbClr val="B2B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xmlns="" id="{D9A6497E-C7A9-84BF-FE25-5E3A1D813693}"/>
                </a:ext>
              </a:extLst>
            </p:cNvPr>
            <p:cNvSpPr/>
            <p:nvPr userDrawn="1"/>
          </p:nvSpPr>
          <p:spPr>
            <a:xfrm rot="5400000">
              <a:off x="8620800" y="3286799"/>
              <a:ext cx="6858000" cy="284400"/>
            </a:xfrm>
            <a:prstGeom prst="rect">
              <a:avLst/>
            </a:prstGeom>
            <a:solidFill>
              <a:srgbClr val="B2B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" name="Рисунок 4">
            <a:extLst>
              <a:ext uri="{FF2B5EF4-FFF2-40B4-BE49-F238E27FC236}">
                <a16:creationId xmlns:a16="http://schemas.microsoft.com/office/drawing/2014/main" xmlns="" id="{D44D0522-9F98-7C1F-4629-42882CB457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52238" y="2819227"/>
            <a:ext cx="6146800" cy="304165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A7721748-74FD-650E-6625-CAF1920870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236" y="3198943"/>
            <a:ext cx="3741666" cy="2217231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just">
              <a:buNone/>
              <a:defRPr/>
            </a:lvl1pPr>
            <a:lvl2pPr marL="457200" indent="0" algn="just">
              <a:buNone/>
              <a:defRPr/>
            </a:lvl2pPr>
            <a:lvl3pPr marL="914400" indent="0" algn="just">
              <a:buNone/>
              <a:defRPr/>
            </a:lvl3pPr>
            <a:lvl4pPr marL="1371600" indent="0" algn="just">
              <a:buNone/>
              <a:defRPr/>
            </a:lvl4pPr>
            <a:lvl5pPr marL="1828800" indent="0" algn="just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173990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009031E-40C1-6EC8-051D-913A843C45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945" y="412329"/>
            <a:ext cx="10858993" cy="852267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FEDD7F6-8913-7656-B980-E734787EE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5" y="1397855"/>
            <a:ext cx="10858994" cy="1870640"/>
          </a:xfrm>
          <a:solidFill>
            <a:schemeClr val="tx1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xmlns="" id="{CB632301-C30C-2073-FBA1-E74C181725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794" y="3401754"/>
            <a:ext cx="5330825" cy="29046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Рисунок 4">
            <a:extLst>
              <a:ext uri="{FF2B5EF4-FFF2-40B4-BE49-F238E27FC236}">
                <a16:creationId xmlns:a16="http://schemas.microsoft.com/office/drawing/2014/main" xmlns="" id="{55686E08-534E-D526-0FFD-56C6BA3E59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01753"/>
            <a:ext cx="5330825" cy="2904699"/>
          </a:xfrm>
        </p:spPr>
        <p:txBody>
          <a:bodyPr/>
          <a:lstStyle/>
          <a:p>
            <a:endParaRPr lang="ru-RU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xmlns="" id="{5E1A8105-1CC0-2D67-9D5F-867332BD9C0F}"/>
              </a:ext>
            </a:extLst>
          </p:cNvPr>
          <p:cNvSpPr/>
          <p:nvPr userDrawn="1"/>
        </p:nvSpPr>
        <p:spPr>
          <a:xfrm rot="5400000">
            <a:off x="11638649" y="2137250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xmlns="" id="{144CA2DE-B638-C9D8-28F2-61B631482096}"/>
              </a:ext>
            </a:extLst>
          </p:cNvPr>
          <p:cNvSpPr/>
          <p:nvPr userDrawn="1"/>
        </p:nvSpPr>
        <p:spPr>
          <a:xfrm rot="5400000">
            <a:off x="11638649" y="1602334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xmlns="" id="{04F76072-36C5-BA83-C2EC-1E6650A9D181}"/>
              </a:ext>
            </a:extLst>
          </p:cNvPr>
          <p:cNvSpPr/>
          <p:nvPr userDrawn="1"/>
        </p:nvSpPr>
        <p:spPr>
          <a:xfrm rot="5400000">
            <a:off x="11639658" y="1869792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xmlns="" id="{6B9650B1-B4F2-098C-E872-59521CC840B0}"/>
              </a:ext>
            </a:extLst>
          </p:cNvPr>
          <p:cNvSpPr/>
          <p:nvPr userDrawn="1"/>
        </p:nvSpPr>
        <p:spPr>
          <a:xfrm rot="5400000">
            <a:off x="11638649" y="2939624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xmlns="" id="{BE6B430B-3467-EEB3-665F-1867E88D39FA}"/>
              </a:ext>
            </a:extLst>
          </p:cNvPr>
          <p:cNvSpPr/>
          <p:nvPr userDrawn="1"/>
        </p:nvSpPr>
        <p:spPr>
          <a:xfrm rot="5400000">
            <a:off x="11638649" y="2404708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xmlns="" id="{1F0B14B5-6FA4-0A14-177E-4FE019B28EE3}"/>
              </a:ext>
            </a:extLst>
          </p:cNvPr>
          <p:cNvSpPr/>
          <p:nvPr userDrawn="1"/>
        </p:nvSpPr>
        <p:spPr>
          <a:xfrm rot="5400000">
            <a:off x="11639658" y="2672166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43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Объект 2">
            <a:extLst>
              <a:ext uri="{FF2B5EF4-FFF2-40B4-BE49-F238E27FC236}">
                <a16:creationId xmlns:a16="http://schemas.microsoft.com/office/drawing/2014/main" xmlns="" id="{F67EE83A-8F15-6AC4-FE68-47EFD310657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946215" y="5140094"/>
            <a:ext cx="6790767" cy="1244903"/>
          </a:xfrm>
          <a:solidFill>
            <a:schemeClr val="tx1">
              <a:lumMod val="40000"/>
              <a:lumOff val="60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  <a:lvl2pPr marL="457200" indent="0" algn="l">
              <a:buNone/>
              <a:defRPr>
                <a:solidFill>
                  <a:schemeClr val="tx2"/>
                </a:solidFill>
              </a:defRPr>
            </a:lvl2pPr>
            <a:lvl3pPr marL="914400" indent="0" algn="l">
              <a:buNone/>
              <a:defRPr>
                <a:solidFill>
                  <a:schemeClr val="tx2"/>
                </a:solidFill>
              </a:defRPr>
            </a:lvl3pPr>
            <a:lvl4pPr marL="1371600" indent="0" algn="l">
              <a:buNone/>
              <a:defRPr>
                <a:solidFill>
                  <a:schemeClr val="tx2"/>
                </a:solidFill>
              </a:defRPr>
            </a:lvl4pPr>
            <a:lvl5pPr marL="1828800" indent="0" algn="l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4">
            <a:extLst>
              <a:ext uri="{FF2B5EF4-FFF2-40B4-BE49-F238E27FC236}">
                <a16:creationId xmlns:a16="http://schemas.microsoft.com/office/drawing/2014/main" xmlns="" id="{E7FE3A3C-00A8-BD16-CC3C-E2E4CFD240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3751" y="3845858"/>
            <a:ext cx="3307978" cy="253914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xmlns="" id="{0EA513C8-E6F5-5F09-A984-0F4D020AFE7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3751" y="400120"/>
            <a:ext cx="6790767" cy="1244903"/>
          </a:xfrm>
          <a:solidFill>
            <a:schemeClr val="tx1">
              <a:lumMod val="40000"/>
              <a:lumOff val="6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r">
              <a:buNone/>
              <a:defRPr>
                <a:solidFill>
                  <a:schemeClr val="tx2"/>
                </a:solidFill>
              </a:defRPr>
            </a:lvl2pPr>
            <a:lvl3pPr marL="914400" indent="0" algn="r">
              <a:buNone/>
              <a:defRPr>
                <a:solidFill>
                  <a:schemeClr val="tx2"/>
                </a:solidFill>
              </a:defRPr>
            </a:lvl3pPr>
            <a:lvl4pPr marL="1371600" indent="0" algn="r">
              <a:buNone/>
              <a:defRPr>
                <a:solidFill>
                  <a:schemeClr val="tx2"/>
                </a:solidFill>
              </a:defRPr>
            </a:lvl4pPr>
            <a:lvl5pPr marL="1828800" indent="0" algn="r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4">
            <a:extLst>
              <a:ext uri="{FF2B5EF4-FFF2-40B4-BE49-F238E27FC236}">
                <a16:creationId xmlns:a16="http://schemas.microsoft.com/office/drawing/2014/main" xmlns="" id="{1B37C7AA-0057-0F9D-FDDE-6E0A810545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41598" y="400120"/>
            <a:ext cx="3307978" cy="253914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1EDDAB7F-2B86-5BF9-3AEC-EF3DBEE6DCE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38575" y="2379663"/>
            <a:ext cx="4403725" cy="2460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xmlns="" id="{A0E6CB1B-63CF-4E8D-EEFC-EF6AA275C1B8}"/>
              </a:ext>
            </a:extLst>
          </p:cNvPr>
          <p:cNvSpPr/>
          <p:nvPr userDrawn="1"/>
        </p:nvSpPr>
        <p:spPr>
          <a:xfrm rot="5400000">
            <a:off x="7333330" y="1114476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xmlns="" id="{5D0FBE4A-956F-22A4-B30D-1FC05A7F9695}"/>
              </a:ext>
            </a:extLst>
          </p:cNvPr>
          <p:cNvSpPr/>
          <p:nvPr userDrawn="1"/>
        </p:nvSpPr>
        <p:spPr>
          <a:xfrm rot="5400000">
            <a:off x="7334339" y="1381934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xmlns="" id="{3B86CEA2-177B-7714-84A1-6D64A1699194}"/>
              </a:ext>
            </a:extLst>
          </p:cNvPr>
          <p:cNvSpPr/>
          <p:nvPr userDrawn="1"/>
        </p:nvSpPr>
        <p:spPr>
          <a:xfrm rot="5400000">
            <a:off x="7331312" y="565439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xmlns="" id="{746D9EA5-DB57-4680-FDBB-7E02934171C0}"/>
              </a:ext>
            </a:extLst>
          </p:cNvPr>
          <p:cNvSpPr/>
          <p:nvPr userDrawn="1"/>
        </p:nvSpPr>
        <p:spPr>
          <a:xfrm rot="5400000">
            <a:off x="7332321" y="832897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xmlns="" id="{2CFA7EC8-AB4C-FED5-C710-906D15A6375D}"/>
              </a:ext>
            </a:extLst>
          </p:cNvPr>
          <p:cNvSpPr/>
          <p:nvPr userDrawn="1"/>
        </p:nvSpPr>
        <p:spPr>
          <a:xfrm rot="5400000">
            <a:off x="4633673" y="5825050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xmlns="" id="{74CCDD24-53AC-6BF1-3BD3-B0A2C8B48A84}"/>
              </a:ext>
            </a:extLst>
          </p:cNvPr>
          <p:cNvSpPr/>
          <p:nvPr userDrawn="1"/>
        </p:nvSpPr>
        <p:spPr>
          <a:xfrm rot="5400000">
            <a:off x="4634682" y="6092508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xmlns="" id="{36E52B4E-1726-EF3F-CBCA-77C2075B99A8}"/>
              </a:ext>
            </a:extLst>
          </p:cNvPr>
          <p:cNvSpPr/>
          <p:nvPr userDrawn="1"/>
        </p:nvSpPr>
        <p:spPr>
          <a:xfrm rot="5400000">
            <a:off x="4631655" y="5276013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xmlns="" id="{1465838C-B23F-1EA9-5308-9C628712DAF7}"/>
              </a:ext>
            </a:extLst>
          </p:cNvPr>
          <p:cNvSpPr/>
          <p:nvPr userDrawn="1"/>
        </p:nvSpPr>
        <p:spPr>
          <a:xfrm rot="5400000">
            <a:off x="4632664" y="5543471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277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xmlns="" id="{5C75DCCC-847F-6897-B9FA-8E22A34F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461" y="281291"/>
            <a:ext cx="10858993" cy="1325563"/>
          </a:xfrm>
        </p:spPr>
        <p:txBody>
          <a:bodyPr>
            <a:normAutofit/>
          </a:bodyPr>
          <a:lstStyle>
            <a:lvl1pPr algn="just">
              <a:defRPr sz="40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xmlns="" id="{76A53E0B-C0D6-EE65-7105-22CAAB7ED2F0}"/>
              </a:ext>
            </a:extLst>
          </p:cNvPr>
          <p:cNvGrpSpPr/>
          <p:nvPr userDrawn="1"/>
        </p:nvGrpSpPr>
        <p:grpSpPr>
          <a:xfrm>
            <a:off x="532106" y="220795"/>
            <a:ext cx="11019433" cy="1446553"/>
            <a:chOff x="523200" y="357295"/>
            <a:chExt cx="11019433" cy="1446553"/>
          </a:xfrm>
          <a:solidFill>
            <a:schemeClr val="bg1">
              <a:lumMod val="95000"/>
            </a:schemeClr>
          </a:solidFill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xmlns="" id="{1178F38F-CA29-F2AA-ACE5-15175A941F6B}"/>
                </a:ext>
              </a:extLst>
            </p:cNvPr>
            <p:cNvSpPr/>
            <p:nvPr userDrawn="1"/>
          </p:nvSpPr>
          <p:spPr>
            <a:xfrm>
              <a:off x="523200" y="357295"/>
              <a:ext cx="11015534" cy="118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xmlns="" id="{6AEE27A7-F4B0-506F-CBF2-9F9E4020176B}"/>
                </a:ext>
              </a:extLst>
            </p:cNvPr>
            <p:cNvSpPr/>
            <p:nvPr userDrawn="1"/>
          </p:nvSpPr>
          <p:spPr>
            <a:xfrm rot="5400000">
              <a:off x="-135858" y="1025990"/>
              <a:ext cx="1436915" cy="118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xmlns="" id="{71FB71FA-5461-6E2D-CD00-5F3A9382223C}"/>
                </a:ext>
              </a:extLst>
            </p:cNvPr>
            <p:cNvSpPr/>
            <p:nvPr userDrawn="1"/>
          </p:nvSpPr>
          <p:spPr>
            <a:xfrm rot="5400000">
              <a:off x="10764370" y="1025991"/>
              <a:ext cx="1436915" cy="118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xmlns="" id="{AE0A2D73-C258-BC22-4D43-5C4DC3446B47}"/>
                </a:ext>
              </a:extLst>
            </p:cNvPr>
            <p:cNvSpPr/>
            <p:nvPr userDrawn="1"/>
          </p:nvSpPr>
          <p:spPr>
            <a:xfrm>
              <a:off x="527099" y="1685048"/>
              <a:ext cx="11015534" cy="118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769951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15D00E87-AFE6-7AE5-371D-CC21936B68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050" y="1306286"/>
            <a:ext cx="6497637" cy="534702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xmlns="" id="{E50972DE-F3E2-63C4-74F8-E0258849487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0688" y="214313"/>
            <a:ext cx="4960937" cy="6245225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xmlns="" id="{FBF6AED3-6FC8-6F80-316A-99DBCBF7A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051" y="178605"/>
            <a:ext cx="6497638" cy="1325563"/>
          </a:xfrm>
        </p:spPr>
        <p:txBody>
          <a:bodyPr>
            <a:normAutofit/>
          </a:bodyPr>
          <a:lstStyle>
            <a:lvl1pPr algn="just">
              <a:defRPr sz="40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xmlns="" id="{BE01A6FA-AABD-D437-75F7-9C2AEA67E629}"/>
              </a:ext>
            </a:extLst>
          </p:cNvPr>
          <p:cNvGrpSpPr/>
          <p:nvPr userDrawn="1"/>
        </p:nvGrpSpPr>
        <p:grpSpPr>
          <a:xfrm rot="5400000">
            <a:off x="10963554" y="1044415"/>
            <a:ext cx="2329132" cy="240303"/>
            <a:chOff x="10887" y="6351002"/>
            <a:chExt cx="4810495" cy="516648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72695318-61E3-68C9-8AC5-1E30DD8FE1D8}"/>
                </a:ext>
              </a:extLst>
            </p:cNvPr>
            <p:cNvSpPr/>
            <p:nvPr userDrawn="1"/>
          </p:nvSpPr>
          <p:spPr>
            <a:xfrm>
              <a:off x="3137666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FFAD6B51-6CFE-75B2-2C63-FA66184CE0F5}"/>
                </a:ext>
              </a:extLst>
            </p:cNvPr>
            <p:cNvSpPr/>
            <p:nvPr userDrawn="1"/>
          </p:nvSpPr>
          <p:spPr>
            <a:xfrm>
              <a:off x="10887" y="6351002"/>
              <a:ext cx="4810495" cy="516648"/>
            </a:xfrm>
            <a:prstGeom prst="rect">
              <a:avLst/>
            </a:prstGeom>
            <a:solidFill>
              <a:srgbClr val="4DC1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xmlns="" id="{22C8C741-AA99-B114-2652-4F510CD3EC8C}"/>
                </a:ext>
              </a:extLst>
            </p:cNvPr>
            <p:cNvSpPr/>
            <p:nvPr userDrawn="1"/>
          </p:nvSpPr>
          <p:spPr>
            <a:xfrm>
              <a:off x="3732599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961E48EC-BE19-04BB-AE34-E758D2F84C5C}"/>
                </a:ext>
              </a:extLst>
            </p:cNvPr>
            <p:cNvSpPr/>
            <p:nvPr userDrawn="1"/>
          </p:nvSpPr>
          <p:spPr>
            <a:xfrm>
              <a:off x="4327532" y="6477240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xmlns="" id="{AAD8B9F5-4D2F-4296-18CB-D972B6FA28DF}"/>
                </a:ext>
              </a:extLst>
            </p:cNvPr>
            <p:cNvSpPr/>
            <p:nvPr userDrawn="1"/>
          </p:nvSpPr>
          <p:spPr>
            <a:xfrm>
              <a:off x="3133707" y="6472192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xmlns="" id="{8AE683E8-53A5-54F4-381D-7E92D173DF73}"/>
                </a:ext>
              </a:extLst>
            </p:cNvPr>
            <p:cNvSpPr/>
            <p:nvPr userDrawn="1"/>
          </p:nvSpPr>
          <p:spPr>
            <a:xfrm>
              <a:off x="169518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xmlns="" id="{99F3A38F-1EBE-C7F1-606A-269DD9C9EEED}"/>
                </a:ext>
              </a:extLst>
            </p:cNvPr>
            <p:cNvSpPr/>
            <p:nvPr userDrawn="1"/>
          </p:nvSpPr>
          <p:spPr>
            <a:xfrm>
              <a:off x="764451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xmlns="" id="{D896B601-EEE0-B22F-A839-087A1554245B}"/>
                </a:ext>
              </a:extLst>
            </p:cNvPr>
            <p:cNvSpPr/>
            <p:nvPr userDrawn="1"/>
          </p:nvSpPr>
          <p:spPr>
            <a:xfrm>
              <a:off x="1359384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xmlns="" id="{B1FF6881-7951-F778-4568-26DFA80A039B}"/>
                </a:ext>
              </a:extLst>
            </p:cNvPr>
            <p:cNvSpPr/>
            <p:nvPr userDrawn="1"/>
          </p:nvSpPr>
          <p:spPr>
            <a:xfrm>
              <a:off x="1954317" y="6472948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7A1F192C-C20D-34EB-1FE8-393B4C921A4E}"/>
                </a:ext>
              </a:extLst>
            </p:cNvPr>
            <p:cNvSpPr/>
            <p:nvPr userDrawn="1"/>
          </p:nvSpPr>
          <p:spPr>
            <a:xfrm>
              <a:off x="2531368" y="6468656"/>
              <a:ext cx="309344" cy="311252"/>
            </a:xfrm>
            <a:prstGeom prst="rect">
              <a:avLst/>
            </a:prstGeom>
            <a:solidFill>
              <a:srgbClr val="0AB5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5726886C-5966-77B7-7315-CC1F62B8FA58}"/>
              </a:ext>
            </a:extLst>
          </p:cNvPr>
          <p:cNvSpPr/>
          <p:nvPr userDrawn="1"/>
        </p:nvSpPr>
        <p:spPr>
          <a:xfrm rot="5400000">
            <a:off x="12046362" y="2375507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C44BED95-5AA3-F534-CE4F-4C2EFEF60B26}"/>
              </a:ext>
            </a:extLst>
          </p:cNvPr>
          <p:cNvSpPr/>
          <p:nvPr userDrawn="1"/>
        </p:nvSpPr>
        <p:spPr>
          <a:xfrm rot="5400000">
            <a:off x="12047371" y="2642965"/>
            <a:ext cx="149777" cy="144769"/>
          </a:xfrm>
          <a:prstGeom prst="rect">
            <a:avLst/>
          </a:prstGeom>
          <a:solidFill>
            <a:srgbClr val="0AB5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966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xmlns="" id="{CA0ED5E6-B22C-7B6B-3334-5C31211B5B54}"/>
              </a:ext>
            </a:extLst>
          </p:cNvPr>
          <p:cNvGrpSpPr/>
          <p:nvPr userDrawn="1"/>
        </p:nvGrpSpPr>
        <p:grpSpPr>
          <a:xfrm>
            <a:off x="-11267" y="-1"/>
            <a:ext cx="12203267" cy="6858001"/>
            <a:chOff x="-11267" y="-1"/>
            <a:chExt cx="12203267" cy="6858001"/>
          </a:xfrm>
          <a:solidFill>
            <a:schemeClr val="bg1">
              <a:lumMod val="95000"/>
            </a:schemeClr>
          </a:solidFill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xmlns="" id="{712765BB-A450-B35A-0556-ADF116DD1E43}"/>
                </a:ext>
              </a:extLst>
            </p:cNvPr>
            <p:cNvSpPr/>
            <p:nvPr userDrawn="1"/>
          </p:nvSpPr>
          <p:spPr>
            <a:xfrm>
              <a:off x="0" y="1"/>
              <a:ext cx="12192000" cy="279070"/>
            </a:xfrm>
            <a:prstGeom prst="rect">
              <a:avLst/>
            </a:prstGeom>
            <a:solidFill>
              <a:srgbClr val="B2B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xmlns="" id="{A1E7E1C5-C78A-D51A-BF47-979EF215CBFD}"/>
                </a:ext>
              </a:extLst>
            </p:cNvPr>
            <p:cNvSpPr/>
            <p:nvPr userDrawn="1"/>
          </p:nvSpPr>
          <p:spPr>
            <a:xfrm>
              <a:off x="0" y="6578930"/>
              <a:ext cx="12192000" cy="279070"/>
            </a:xfrm>
            <a:prstGeom prst="rect">
              <a:avLst/>
            </a:prstGeom>
            <a:solidFill>
              <a:srgbClr val="B2B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837C1A66-87E6-DDD2-CEEF-259DD6BFCE0E}"/>
                </a:ext>
              </a:extLst>
            </p:cNvPr>
            <p:cNvSpPr/>
            <p:nvPr userDrawn="1"/>
          </p:nvSpPr>
          <p:spPr>
            <a:xfrm rot="5400000">
              <a:off x="-3298067" y="3286799"/>
              <a:ext cx="6858000" cy="284400"/>
            </a:xfrm>
            <a:prstGeom prst="rect">
              <a:avLst/>
            </a:prstGeom>
            <a:solidFill>
              <a:srgbClr val="B2B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F859AEE2-5B2F-26B5-4A31-4EB679381B8C}"/>
                </a:ext>
              </a:extLst>
            </p:cNvPr>
            <p:cNvSpPr/>
            <p:nvPr userDrawn="1"/>
          </p:nvSpPr>
          <p:spPr>
            <a:xfrm rot="5400000">
              <a:off x="8620800" y="3286799"/>
              <a:ext cx="6858000" cy="284400"/>
            </a:xfrm>
            <a:prstGeom prst="rect">
              <a:avLst/>
            </a:prstGeom>
            <a:solidFill>
              <a:srgbClr val="B2B8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00159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B58762-193F-989A-EF08-F90C96C1C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096CCFEB-5BB6-2ECF-0C34-ED466C012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67927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64" r:id="rId4"/>
    <p:sldLayoutId id="2147483665" r:id="rId5"/>
    <p:sldLayoutId id="2147483650" r:id="rId6"/>
    <p:sldLayoutId id="2147483661" r:id="rId7"/>
    <p:sldLayoutId id="2147483660" r:id="rId8"/>
    <p:sldLayoutId id="2147483658" r:id="rId9"/>
    <p:sldLayoutId id="2147483657" r:id="rId10"/>
    <p:sldLayoutId id="2147483659" r:id="rId11"/>
    <p:sldLayoutId id="2147483654" r:id="rId12"/>
    <p:sldLayoutId id="2147483656" r:id="rId13"/>
    <p:sldLayoutId id="214748365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5DA66AF7-78A7-A2C5-0A5F-02AC8B31B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43400" y="540472"/>
            <a:ext cx="7940040" cy="2888528"/>
          </a:xfrm>
        </p:spPr>
        <p:txBody>
          <a:bodyPr/>
          <a:lstStyle/>
          <a:p>
            <a:r>
              <a:rPr lang="ru-RU" altLang="ru-RU" dirty="0"/>
              <a:t>КОМПЬЮТЕРНЫЕ СЕТИ</a:t>
            </a:r>
            <a:endParaRPr lang="ru-RU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xmlns="" id="{7DB4B726-2C8C-7961-7DB8-B7FE6AE44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7042" y="3699632"/>
            <a:ext cx="7061860" cy="1655762"/>
          </a:xfrm>
        </p:spPr>
        <p:txBody>
          <a:bodyPr/>
          <a:lstStyle/>
          <a:p>
            <a:r>
              <a:rPr lang="ru-RU" altLang="ru-RU" dirty="0"/>
              <a:t>КОМПЬЮТЕР -  УНИВЕРСАЛЬНОЕ УСТРОЙСТВО ОБРАБОТКИ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339359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F4F494E-8611-6383-8F50-7DAE5F89E8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КЛЮЧЕВЫЕ СЛОВА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A6C9139F-8040-A64A-516B-D0DC0A293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1524" y="1137231"/>
            <a:ext cx="6076406" cy="3775812"/>
          </a:xfrm>
        </p:spPr>
        <p:txBody>
          <a:bodyPr>
            <a:normAutofit fontScale="92500" lnSpcReduction="20000"/>
          </a:bodyPr>
          <a:lstStyle/>
          <a:p>
            <a:r>
              <a:rPr lang="ru-RU" altLang="ru-RU" dirty="0"/>
              <a:t>компьютерная сеть</a:t>
            </a:r>
          </a:p>
          <a:p>
            <a:r>
              <a:rPr lang="ru-RU" altLang="ru-RU" dirty="0"/>
              <a:t>Интернет</a:t>
            </a:r>
          </a:p>
          <a:p>
            <a:r>
              <a:rPr lang="ru-RU" altLang="ru-RU" dirty="0"/>
              <a:t>скорость передачи данных</a:t>
            </a:r>
          </a:p>
          <a:p>
            <a:r>
              <a:rPr lang="ru-RU" altLang="ru-RU" dirty="0"/>
              <a:t>Всемирная паутина</a:t>
            </a:r>
          </a:p>
          <a:p>
            <a:r>
              <a:rPr lang="ru-RU" altLang="ru-RU" dirty="0"/>
              <a:t>веб-страница</a:t>
            </a:r>
          </a:p>
          <a:p>
            <a:r>
              <a:rPr lang="ru-RU" altLang="ru-RU" dirty="0"/>
              <a:t>веб-сайт</a:t>
            </a:r>
          </a:p>
          <a:p>
            <a:r>
              <a:rPr lang="ru-RU" altLang="ru-RU" dirty="0"/>
              <a:t>универсальный указатель ресурса</a:t>
            </a:r>
          </a:p>
          <a:p>
            <a:r>
              <a:rPr lang="ru-RU" altLang="ru-RU" dirty="0"/>
              <a:t>браузер</a:t>
            </a:r>
          </a:p>
          <a:p>
            <a:r>
              <a:rPr lang="ru-RU" altLang="ru-RU" dirty="0"/>
              <a:t>поисковая система</a:t>
            </a:r>
          </a:p>
          <a:p>
            <a:r>
              <a:rPr lang="ru-RU" altLang="ru-RU" dirty="0"/>
              <a:t>поисковый запрос</a:t>
            </a:r>
          </a:p>
          <a:p>
            <a:pPr marL="0" indent="0">
              <a:buNone/>
            </a:pP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81064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Text Box 5">
            <a:extLst>
              <a:ext uri="{FF2B5EF4-FFF2-40B4-BE49-F238E27FC236}">
                <a16:creationId xmlns:a16="http://schemas.microsoft.com/office/drawing/2014/main" xmlns="" id="{96025908-0229-D940-86D7-F4784ACEF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399" y="1154113"/>
            <a:ext cx="100327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6195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0" algn="just" eaLnBrk="1" hangingPunct="1">
              <a:spcBef>
                <a:spcPct val="0"/>
              </a:spcBef>
              <a:buFontTx/>
              <a:buNone/>
            </a:pPr>
            <a:r>
              <a:rPr lang="ru-RU" altLang="ru-RU" sz="2200" dirty="0">
                <a:solidFill>
                  <a:schemeClr val="tx2"/>
                </a:solidFill>
                <a:latin typeface="+mn-lt"/>
              </a:rPr>
              <a:t>На протяжении столетий для передачи писем человечество пользовалось услугами почтовой связи.</a:t>
            </a:r>
          </a:p>
        </p:txBody>
      </p:sp>
      <p:pic>
        <p:nvPicPr>
          <p:cNvPr id="39943" name="Picture 7" descr="еще почтальон">
            <a:extLst>
              <a:ext uri="{FF2B5EF4-FFF2-40B4-BE49-F238E27FC236}">
                <a16:creationId xmlns:a16="http://schemas.microsoft.com/office/drawing/2014/main" xmlns="" id="{A86645AB-9A5A-E948-8462-72B065B1A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671" y="2449512"/>
            <a:ext cx="2318189" cy="3547229"/>
          </a:xfrm>
          <a:prstGeom prst="rect">
            <a:avLst/>
          </a:prstGeom>
          <a:noFill/>
          <a:ln w="38100">
            <a:solidFill>
              <a:srgbClr val="F9A88B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5" name="Picture 9">
            <a:extLst>
              <a:ext uri="{FF2B5EF4-FFF2-40B4-BE49-F238E27FC236}">
                <a16:creationId xmlns:a16="http://schemas.microsoft.com/office/drawing/2014/main" xmlns="" id="{09D3F8F2-45A8-8444-BC3B-EE8DCDC23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354" y="2479676"/>
            <a:ext cx="4752975" cy="356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xmlns="" id="{2D58267A-5DEC-4635-808F-3BC35FBF3AC5}"/>
              </a:ext>
            </a:extLst>
          </p:cNvPr>
          <p:cNvSpPr txBox="1">
            <a:spLocks/>
          </p:cNvSpPr>
          <p:nvPr/>
        </p:nvSpPr>
        <p:spPr>
          <a:xfrm>
            <a:off x="906399" y="339064"/>
            <a:ext cx="1061909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СРЕДСТВА ПЕРЕДАЧИ ИНФОРМАЦИИ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7683B18E-7495-4A9E-AF6C-109EE667A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7715" y="3584643"/>
            <a:ext cx="2640052" cy="246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5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xmlns="" id="{2D58267A-5DEC-4635-808F-3BC35FBF3AC5}"/>
              </a:ext>
            </a:extLst>
          </p:cNvPr>
          <p:cNvSpPr txBox="1">
            <a:spLocks/>
          </p:cNvSpPr>
          <p:nvPr/>
        </p:nvSpPr>
        <p:spPr>
          <a:xfrm>
            <a:off x="906399" y="339064"/>
            <a:ext cx="1061909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СРЕДСТВА ПЕРЕДАЧИ ИНФОРМАЦИИ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xmlns="" id="{B0C60A1D-2F86-4A7C-AD6A-C5052E33C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67" y="1844676"/>
            <a:ext cx="3063875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4">
            <a:extLst>
              <a:ext uri="{FF2B5EF4-FFF2-40B4-BE49-F238E27FC236}">
                <a16:creationId xmlns:a16="http://schemas.microsoft.com/office/drawing/2014/main" xmlns="" id="{FAB1553D-0A76-4DF8-BDD6-AF19B2B75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961" y="3044757"/>
            <a:ext cx="3472234" cy="3274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1">
            <a:extLst>
              <a:ext uri="{FF2B5EF4-FFF2-40B4-BE49-F238E27FC236}">
                <a16:creationId xmlns:a16="http://schemas.microsoft.com/office/drawing/2014/main" xmlns="" id="{8F8B48F5-D225-4729-BCFF-CD0155C39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399" y="975019"/>
            <a:ext cx="99814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6195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0" algn="just" eaLnBrk="1" hangingPunct="1">
              <a:spcBef>
                <a:spcPct val="0"/>
              </a:spcBef>
              <a:buFontTx/>
              <a:buNone/>
            </a:pPr>
            <a:r>
              <a:rPr lang="ru-RU" altLang="ru-RU" sz="2200" dirty="0">
                <a:solidFill>
                  <a:schemeClr val="tx2"/>
                </a:solidFill>
                <a:latin typeface="+mn-lt"/>
              </a:rPr>
              <a:t>Во второй половине XIX века была изобретена технология передачи звука (телефон).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AF0DD953-C23C-4CFB-BC47-B9FD983AA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541" y="3968929"/>
            <a:ext cx="2860931" cy="230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1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xmlns="" id="{2D58267A-5DEC-4635-808F-3BC35FBF3AC5}"/>
              </a:ext>
            </a:extLst>
          </p:cNvPr>
          <p:cNvSpPr txBox="1">
            <a:spLocks/>
          </p:cNvSpPr>
          <p:nvPr/>
        </p:nvSpPr>
        <p:spPr>
          <a:xfrm>
            <a:off x="906399" y="339064"/>
            <a:ext cx="1061909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СРЕДСТВА ПЕРЕДАЧИ ИНФОРМАЦИИ</a:t>
            </a:r>
          </a:p>
        </p:txBody>
      </p:sp>
      <p:pic>
        <p:nvPicPr>
          <p:cNvPr id="7" name="Picture 16">
            <a:extLst>
              <a:ext uri="{FF2B5EF4-FFF2-40B4-BE49-F238E27FC236}">
                <a16:creationId xmlns:a16="http://schemas.microsoft.com/office/drawing/2014/main" xmlns="" id="{DFE30A3C-753D-4B65-8C3D-28CBB2CDA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0" y="1143000"/>
            <a:ext cx="5715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15">
            <a:extLst>
              <a:ext uri="{FF2B5EF4-FFF2-40B4-BE49-F238E27FC236}">
                <a16:creationId xmlns:a16="http://schemas.microsoft.com/office/drawing/2014/main" xmlns="" id="{7EE60A49-1B18-4C14-9AED-E07975E89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399" y="1001845"/>
            <a:ext cx="990457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36195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0" algn="just" eaLnBrk="1" hangingPunct="1">
              <a:spcBef>
                <a:spcPct val="0"/>
              </a:spcBef>
              <a:buFontTx/>
              <a:buNone/>
            </a:pPr>
            <a:r>
              <a:rPr lang="ru-RU" altLang="ru-RU" sz="2200" dirty="0">
                <a:solidFill>
                  <a:schemeClr val="tx2"/>
                </a:solidFill>
                <a:latin typeface="+mn-lt"/>
              </a:rPr>
              <a:t>С 30-х годов XX века для передачи изображений стал использоваться телефакс.</a:t>
            </a:r>
          </a:p>
        </p:txBody>
      </p:sp>
    </p:spTree>
    <p:extLst>
      <p:ext uri="{BB962C8B-B14F-4D97-AF65-F5344CB8AC3E}">
        <p14:creationId xmlns:p14="http://schemas.microsoft.com/office/powerpoint/2010/main" val="284575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2">
            <a:extLst>
              <a:ext uri="{FF2B5EF4-FFF2-40B4-BE49-F238E27FC236}">
                <a16:creationId xmlns:a16="http://schemas.microsoft.com/office/drawing/2014/main" xmlns="" id="{357F3D0B-4A1F-1142-ABC9-10ED2EDE9717}"/>
              </a:ext>
            </a:extLst>
          </p:cNvPr>
          <p:cNvSpPr>
            <a:spLocks/>
          </p:cNvSpPr>
          <p:nvPr/>
        </p:nvSpPr>
        <p:spPr bwMode="auto">
          <a:xfrm>
            <a:off x="753759" y="588251"/>
            <a:ext cx="676305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ru-RU" altLang="ru-RU" sz="44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КОМПЬЮТЕРНАЯ СЕТЬ</a:t>
            </a:r>
          </a:p>
        </p:txBody>
      </p:sp>
      <p:sp>
        <p:nvSpPr>
          <p:cNvPr id="8196" name="Rectangle 28">
            <a:extLst>
              <a:ext uri="{FF2B5EF4-FFF2-40B4-BE49-F238E27FC236}">
                <a16:creationId xmlns:a16="http://schemas.microsoft.com/office/drawing/2014/main" xmlns="" id="{30CB0AEA-7857-6742-B044-FB7FEA7AE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59" y="1175911"/>
            <a:ext cx="10981345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9525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0" algn="just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400" b="1" dirty="0">
                <a:solidFill>
                  <a:schemeClr val="tx2"/>
                </a:solidFill>
                <a:latin typeface="+mn-lt"/>
              </a:rPr>
              <a:t>Компьютерная сеть </a:t>
            </a:r>
            <a:r>
              <a:rPr lang="ru-RU" altLang="ru-RU" sz="2400" dirty="0">
                <a:solidFill>
                  <a:schemeClr val="tx2"/>
                </a:solidFill>
                <a:latin typeface="+mn-lt"/>
              </a:rPr>
              <a:t>– два и более компьютеров, соединенных линиями передачи информации. 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ru-RU" altLang="ru-RU" sz="2400" dirty="0">
              <a:latin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  <p:grpSp>
        <p:nvGrpSpPr>
          <p:cNvPr id="8197" name="Group 10">
            <a:extLst>
              <a:ext uri="{FF2B5EF4-FFF2-40B4-BE49-F238E27FC236}">
                <a16:creationId xmlns:a16="http://schemas.microsoft.com/office/drawing/2014/main" xmlns="" id="{97AEE3D1-9BFA-CB4A-ABBD-1C46B2986B34}"/>
              </a:ext>
            </a:extLst>
          </p:cNvPr>
          <p:cNvGrpSpPr>
            <a:grpSpLocks/>
          </p:cNvGrpSpPr>
          <p:nvPr/>
        </p:nvGrpSpPr>
        <p:grpSpPr bwMode="auto">
          <a:xfrm>
            <a:off x="3106739" y="2127223"/>
            <a:ext cx="5616575" cy="422275"/>
            <a:chOff x="2632" y="3693"/>
            <a:chExt cx="1796" cy="222"/>
          </a:xfrm>
        </p:grpSpPr>
        <p:pic>
          <p:nvPicPr>
            <p:cNvPr id="8201" name="Picture 11" descr="AG00056_">
              <a:extLst>
                <a:ext uri="{FF2B5EF4-FFF2-40B4-BE49-F238E27FC236}">
                  <a16:creationId xmlns:a16="http://schemas.microsoft.com/office/drawing/2014/main" xmlns="" id="{8F51BD3F-B2EC-7C41-BBD8-74A33EACB914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">
              <a:lum brigh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633" y="3797"/>
              <a:ext cx="1795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2" name="Picture 12" descr="AG00056_">
              <a:extLst>
                <a:ext uri="{FF2B5EF4-FFF2-40B4-BE49-F238E27FC236}">
                  <a16:creationId xmlns:a16="http://schemas.microsoft.com/office/drawing/2014/main" xmlns="" id="{758C18E7-EC47-0641-9612-12B2CFDC643C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">
              <a:lum bright="72000" contrast="-7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2" y="3693"/>
              <a:ext cx="1796" cy="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198" name="Picture 13" descr="computer">
            <a:extLst>
              <a:ext uri="{FF2B5EF4-FFF2-40B4-BE49-F238E27FC236}">
                <a16:creationId xmlns:a16="http://schemas.microsoft.com/office/drawing/2014/main" xmlns="" id="{CCAE577A-4AAC-7045-8F2B-E6C0273BBD6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846" y="1794596"/>
            <a:ext cx="2484438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14" descr="computer">
            <a:extLst>
              <a:ext uri="{FF2B5EF4-FFF2-40B4-BE49-F238E27FC236}">
                <a16:creationId xmlns:a16="http://schemas.microsoft.com/office/drawing/2014/main" xmlns="" id="{4F6B7D11-3332-7145-8327-B13CF59BC9D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325" y="1695422"/>
            <a:ext cx="2484438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0" name="Text Box 15">
            <a:extLst>
              <a:ext uri="{FF2B5EF4-FFF2-40B4-BE49-F238E27FC236}">
                <a16:creationId xmlns:a16="http://schemas.microsoft.com/office/drawing/2014/main" xmlns="" id="{5336406B-2E4D-0A41-B261-5FB6721A4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8039" y="2646335"/>
            <a:ext cx="2898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Линия  передачи  данных</a:t>
            </a:r>
          </a:p>
        </p:txBody>
      </p:sp>
      <p:sp>
        <p:nvSpPr>
          <p:cNvPr id="11" name="Объект 4">
            <a:extLst>
              <a:ext uri="{FF2B5EF4-FFF2-40B4-BE49-F238E27FC236}">
                <a16:creationId xmlns:a16="http://schemas.microsoft.com/office/drawing/2014/main" xmlns="" id="{4169CF64-9709-4F30-9A67-9A3957756EF0}"/>
              </a:ext>
            </a:extLst>
          </p:cNvPr>
          <p:cNvSpPr txBox="1">
            <a:spLocks/>
          </p:cNvSpPr>
          <p:nvPr/>
        </p:nvSpPr>
        <p:spPr>
          <a:xfrm>
            <a:off x="671946" y="4098148"/>
            <a:ext cx="11352414" cy="23994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/>
              <a:t>Скорость</a:t>
            </a:r>
            <a:r>
              <a:rPr lang="ru-RU" sz="2400" dirty="0" smtClean="0"/>
              <a:t> </a:t>
            </a:r>
            <a:r>
              <a:rPr lang="ru-RU" sz="2400" b="1" dirty="0" smtClean="0"/>
              <a:t>передачи</a:t>
            </a:r>
            <a:r>
              <a:rPr lang="ru-RU" sz="2400" dirty="0" smtClean="0"/>
              <a:t> </a:t>
            </a:r>
            <a:r>
              <a:rPr lang="ru-RU" sz="2400" b="1" dirty="0" smtClean="0"/>
              <a:t>данных</a:t>
            </a:r>
            <a:r>
              <a:rPr lang="ru-RU" sz="2400" dirty="0" smtClean="0"/>
              <a:t> — это объём данных, передаваемых по каналу связи за единицу времени (например, за 1 </a:t>
            </a:r>
            <a:r>
              <a:rPr lang="ru-RU" sz="2400" dirty="0"/>
              <a:t>с).</a:t>
            </a:r>
          </a:p>
          <a:p>
            <a:r>
              <a:rPr lang="ru-RU" sz="2400" dirty="0"/>
              <a:t>Основная единица измерения скорости — </a:t>
            </a:r>
            <a:r>
              <a:rPr lang="ru-RU" sz="2400" b="1" dirty="0"/>
              <a:t>бит в секунду</a:t>
            </a:r>
            <a:r>
              <a:rPr lang="ru-RU" sz="2400" dirty="0"/>
              <a:t> (бит/с). </a:t>
            </a:r>
          </a:p>
          <a:p>
            <a:r>
              <a:rPr lang="ru-RU" sz="2400" dirty="0"/>
              <a:t>Объём информации </a:t>
            </a:r>
            <a:r>
              <a:rPr lang="en" sz="2400" i="1" dirty="0"/>
              <a:t>I</a:t>
            </a:r>
            <a:r>
              <a:rPr lang="en" sz="2400" dirty="0"/>
              <a:t>,</a:t>
            </a:r>
            <a:r>
              <a:rPr lang="ru-RU" sz="2400" dirty="0"/>
              <a:t> переданной по каналу за время </a:t>
            </a:r>
            <a:r>
              <a:rPr lang="en" sz="2400" i="1" dirty="0"/>
              <a:t>t</a:t>
            </a:r>
            <a:r>
              <a:rPr lang="en" sz="2400" dirty="0"/>
              <a:t>,</a:t>
            </a:r>
            <a:r>
              <a:rPr lang="ru-RU" sz="2400" dirty="0"/>
              <a:t> вычисляется по формуле </a:t>
            </a:r>
            <a:r>
              <a:rPr lang="en" sz="2400" i="1" dirty="0"/>
              <a:t>I </a:t>
            </a:r>
            <a:r>
              <a:rPr lang="ru-RU" sz="2400" i="1" dirty="0"/>
              <a:t> </a:t>
            </a:r>
            <a:r>
              <a:rPr lang="en" sz="2400" dirty="0"/>
              <a:t>=</a:t>
            </a:r>
            <a:r>
              <a:rPr lang="ru-RU" sz="2400" dirty="0"/>
              <a:t> </a:t>
            </a:r>
            <a:r>
              <a:rPr lang="en-US" altLang="ru-RU" sz="2400" i="1" dirty="0">
                <a:ea typeface="Baskerville" panose="02020502070401020303" pitchFamily="18" charset="0"/>
                <a:cs typeface="Brush Script MT" panose="03060802040406070304" pitchFamily="66" charset="-122"/>
              </a:rPr>
              <a:t>v</a:t>
            </a:r>
            <a:r>
              <a:rPr lang="ru-RU" sz="2400" i="1" dirty="0"/>
              <a:t> </a:t>
            </a:r>
            <a:r>
              <a:rPr lang="en-US" altLang="ru-RU" sz="2400" b="1" dirty="0">
                <a:solidFill>
                  <a:schemeClr val="bg2">
                    <a:lumMod val="50000"/>
                  </a:schemeClr>
                </a:solidFill>
                <a:sym typeface="Symbol" pitchFamily="2" charset="2"/>
              </a:rPr>
              <a:t></a:t>
            </a:r>
            <a:r>
              <a:rPr lang="ru-RU" sz="2400" dirty="0"/>
              <a:t> </a:t>
            </a:r>
            <a:r>
              <a:rPr lang="en" sz="2400" i="1" dirty="0"/>
              <a:t>t</a:t>
            </a:r>
            <a:r>
              <a:rPr lang="en" sz="2400" dirty="0"/>
              <a:t>,</a:t>
            </a:r>
            <a:r>
              <a:rPr lang="ru-RU" sz="2400" dirty="0"/>
              <a:t> где </a:t>
            </a:r>
            <a:r>
              <a:rPr lang="en-US" altLang="ru-RU" sz="2400" i="1" dirty="0">
                <a:ea typeface="Baskerville" panose="02020502070401020303" pitchFamily="18" charset="0"/>
                <a:cs typeface="Brush Script MT" panose="03060802040406070304" pitchFamily="66" charset="-122"/>
              </a:rPr>
              <a:t>v</a:t>
            </a:r>
            <a:r>
              <a:rPr lang="ru-RU" sz="2400" i="1" dirty="0"/>
              <a:t> </a:t>
            </a:r>
            <a:r>
              <a:rPr lang="en" sz="2400" dirty="0"/>
              <a:t>—</a:t>
            </a:r>
            <a:r>
              <a:rPr lang="ru-RU" sz="2400" dirty="0"/>
              <a:t> скорость передачи информации.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215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xmlns="" id="{873BF746-A60A-7285-1F98-F7FA3785E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310" y="2646262"/>
            <a:ext cx="291900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1825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ru-RU" altLang="ru-RU" sz="2400" b="1" dirty="0">
                <a:solidFill>
                  <a:schemeClr val="bg2">
                    <a:lumMod val="25000"/>
                  </a:schemeClr>
                </a:solidFill>
              </a:rPr>
              <a:t>Решение:</a:t>
            </a:r>
            <a:endParaRPr lang="ru-RU" altLang="ru-RU" sz="24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altLang="ru-RU" sz="2400" i="1" dirty="0">
                <a:solidFill>
                  <a:schemeClr val="tx2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Brush Script MT" panose="03060802040406070304" pitchFamily="66" charset="-122"/>
              </a:rPr>
              <a:t>v </a:t>
            </a:r>
            <a:r>
              <a:rPr lang="ru-RU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1 024 000 </a:t>
            </a:r>
            <a:r>
              <a:rPr lang="ru-RU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бит/с </a:t>
            </a:r>
          </a:p>
          <a:p>
            <a:r>
              <a:rPr lang="en-US" altLang="ru-RU" sz="24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c</a:t>
            </a:r>
            <a:r>
              <a:rPr lang="ru-RU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ru-RU" altLang="ru-RU" sz="24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?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2F2742A-B945-E509-DB8F-4715B062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5" y="-30587"/>
            <a:ext cx="10858993" cy="1325563"/>
          </a:xfrm>
        </p:spPr>
        <p:txBody>
          <a:bodyPr/>
          <a:lstStyle/>
          <a:p>
            <a:pPr algn="l"/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7B15C2B-4AE2-9035-DD3F-A1BBD3B89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7885" y="1017575"/>
            <a:ext cx="10858994" cy="1569659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7400" dirty="0"/>
              <a:t>Скорость передачи данных по некоторому каналу связи </a:t>
            </a:r>
            <a:br>
              <a:rPr lang="ru-RU" sz="7400" dirty="0"/>
            </a:br>
            <a:r>
              <a:rPr lang="ru-RU" sz="7400" dirty="0"/>
              <a:t>равна 1 024 000 бит/</a:t>
            </a:r>
            <a:r>
              <a:rPr lang="en" sz="7400" dirty="0"/>
              <a:t>c.</a:t>
            </a:r>
            <a:r>
              <a:rPr lang="ru-RU" sz="7400" dirty="0"/>
              <a:t> Передача данных через это соединение</a:t>
            </a:r>
            <a:br>
              <a:rPr lang="ru-RU" sz="7400" dirty="0"/>
            </a:br>
            <a:r>
              <a:rPr lang="ru-RU" sz="7400" dirty="0"/>
              <a:t>заняла 5 секунд.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7400" dirty="0"/>
              <a:t>Определим информационный объём переданных данных в килобайтах. </a:t>
            </a:r>
          </a:p>
          <a:p>
            <a:endParaRPr lang="ru-RU" dirty="0"/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D2C2EEB5-01B6-F3DB-9420-C0964F1A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310" y="4575509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1825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ru-RU" altLang="ru-RU" sz="2400" b="1" dirty="0">
                <a:solidFill>
                  <a:schemeClr val="tx2"/>
                </a:solidFill>
              </a:rPr>
              <a:t>Ответ:</a:t>
            </a:r>
            <a:r>
              <a:rPr lang="ru-RU" altLang="ru-RU" sz="2400" dirty="0">
                <a:solidFill>
                  <a:schemeClr val="tx2"/>
                </a:solidFill>
              </a:rPr>
              <a:t> </a:t>
            </a:r>
            <a:r>
              <a:rPr lang="ru-RU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625 Кбайт</a:t>
            </a:r>
            <a:endParaRPr lang="ru-RU" altLang="ru-RU" sz="2400" dirty="0">
              <a:solidFill>
                <a:schemeClr val="tx2"/>
              </a:solidFill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xmlns="" id="{F5E083BA-EF6F-A227-CA26-71B05FF76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4100" y="2925523"/>
            <a:ext cx="5003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1825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ru-RU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= </a:t>
            </a:r>
            <a:r>
              <a:rPr lang="en-US" altLang="ru-RU" sz="2400" i="1" dirty="0">
                <a:solidFill>
                  <a:schemeClr val="tx2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Brush Script MT" panose="03060802040406070304" pitchFamily="66" charset="-122"/>
              </a:rPr>
              <a:t>v × </a:t>
            </a:r>
            <a:r>
              <a:rPr lang="en-US" altLang="ru-RU" sz="2400" i="1" dirty="0">
                <a:solidFill>
                  <a:schemeClr val="tx2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t</a:t>
            </a:r>
            <a:r>
              <a:rPr lang="en-US" altLang="ru-RU" sz="24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2400" dirty="0">
              <a:solidFill>
                <a:schemeClr val="tx2"/>
              </a:solidFill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xmlns="" id="{8CBD762F-73CB-53F5-F7EE-FBA662837200}"/>
              </a:ext>
            </a:extLst>
          </p:cNvPr>
          <p:cNvCxnSpPr/>
          <p:nvPr/>
        </p:nvCxnSpPr>
        <p:spPr>
          <a:xfrm>
            <a:off x="3572846" y="3000374"/>
            <a:ext cx="0" cy="11255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xmlns="" id="{4C3436F0-FAEC-A667-43F6-49E5ABA1027E}"/>
              </a:ext>
            </a:extLst>
          </p:cNvPr>
          <p:cNvCxnSpPr>
            <a:cxnSpLocks/>
          </p:cNvCxnSpPr>
          <p:nvPr/>
        </p:nvCxnSpPr>
        <p:spPr>
          <a:xfrm>
            <a:off x="1145406" y="3817161"/>
            <a:ext cx="24274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xmlns="" id="{F2E7171E-D624-4C30-BF6D-01E0385DF339}"/>
              </a:ext>
            </a:extLst>
          </p:cNvPr>
          <p:cNvCxnSpPr/>
          <p:nvPr/>
        </p:nvCxnSpPr>
        <p:spPr>
          <a:xfrm>
            <a:off x="5041722" y="3000374"/>
            <a:ext cx="0" cy="11255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 Box 9">
            <a:extLst>
              <a:ext uri="{FF2B5EF4-FFF2-40B4-BE49-F238E27FC236}">
                <a16:creationId xmlns:a16="http://schemas.microsoft.com/office/drawing/2014/main" xmlns="" id="{02ABBC38-E91D-4E02-B4D5-CAE7AE703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269" y="2925523"/>
            <a:ext cx="718319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1825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ru-RU" sz="24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4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1 024 000 ×</a:t>
            </a:r>
            <a:r>
              <a:rPr lang="ru-RU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(</a:t>
            </a:r>
            <a:r>
              <a:rPr lang="ru-RU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бит) =1 024 × 8 × 125 × 5 (бит) = </a:t>
            </a:r>
          </a:p>
          <a:p>
            <a:r>
              <a:rPr lang="ru-RU" altLang="ru-RU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= 1 024 × 125 × 5 (байт) = 625 (Кбайт)</a:t>
            </a:r>
            <a:endParaRPr lang="ru-RU" altLang="ru-RU" sz="2400" i="1" dirty="0">
              <a:solidFill>
                <a:schemeClr val="tx2"/>
              </a:solidFill>
              <a:latin typeface="Times New Roman" panose="02020603050405020304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3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94C8139-D530-EC0D-E26C-8900A3B6E1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050" y="1504168"/>
            <a:ext cx="6497637" cy="5149146"/>
          </a:xfrm>
        </p:spPr>
        <p:txBody>
          <a:bodyPr>
            <a:normAutofit/>
          </a:bodyPr>
          <a:lstStyle/>
          <a:p>
            <a:r>
              <a:rPr lang="ru-RU" sz="2700" dirty="0"/>
              <a:t>Недостаточное техническое качество каналов связи и ряд других причин могут приводить к искажению передаваемого сигнала и потере данных. </a:t>
            </a:r>
          </a:p>
          <a:p>
            <a:r>
              <a:rPr lang="ru-RU" sz="2700" dirty="0"/>
              <a:t>Специальные алгоритмы позволяют определённым образом закодировать исходное сообщение, а после его передачи определить, не появились ли в переданном сообщении ошибки, и устранить их в случае обнаружения.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E6FEE3C-6411-A6C8-E2F8-04FC54C4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178605"/>
            <a:ext cx="11507145" cy="1325563"/>
          </a:xfrm>
        </p:spPr>
        <p:txBody>
          <a:bodyPr/>
          <a:lstStyle/>
          <a:p>
            <a:pPr algn="l"/>
            <a:r>
              <a:rPr lang="ru-RU" dirty="0"/>
              <a:t>ПОМЕХОУСТОЙЧИВОЕ КОДИРОВАНИЕ</a:t>
            </a:r>
          </a:p>
        </p:txBody>
      </p:sp>
      <p:pic>
        <p:nvPicPr>
          <p:cNvPr id="2050" name="Picture 2" descr="В Астрахани 3 недели ожидаются помехи в работе телевидения">
            <a:extLst>
              <a:ext uri="{FF2B5EF4-FFF2-40B4-BE49-F238E27FC236}">
                <a16:creationId xmlns:a16="http://schemas.microsoft.com/office/drawing/2014/main" xmlns="" id="{2469E495-FCDB-67FD-14F0-87BA521A37FD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6" r="18226"/>
          <a:stretch>
            <a:fillRect/>
          </a:stretch>
        </p:blipFill>
        <p:spPr bwMode="auto">
          <a:xfrm>
            <a:off x="7607268" y="1504168"/>
            <a:ext cx="3910282" cy="492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82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9946152E-5585-24AC-2F5A-63D53ECEA2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Интернет</a:t>
            </a:r>
            <a:r>
              <a:rPr lang="ru-RU" dirty="0"/>
              <a:t> </a:t>
            </a:r>
            <a:r>
              <a:rPr lang="ru-RU" dirty="0" smtClean="0"/>
              <a:t>– глобальная </a:t>
            </a:r>
            <a:r>
              <a:rPr lang="ru-RU" dirty="0"/>
              <a:t>сеть</a:t>
            </a:r>
            <a:r>
              <a:rPr lang="ru-RU" dirty="0" smtClean="0"/>
              <a:t>, объединяющая многочисленные компьютерные сети и компьютеры отдельных пользователей, распределённые по всему миру; предназначена для обмена информацией</a:t>
            </a:r>
            <a:r>
              <a:rPr lang="ru-RU" dirty="0"/>
              <a:t>.</a:t>
            </a:r>
          </a:p>
          <a:p>
            <a:r>
              <a:rPr lang="ru-RU" b="1" dirty="0" smtClean="0"/>
              <a:t>Протокол</a:t>
            </a:r>
            <a:r>
              <a:rPr lang="ru-RU" dirty="0" smtClean="0"/>
              <a:t> — это набор правил, используемых при передаче </a:t>
            </a:r>
            <a:r>
              <a:rPr lang="ru-RU" dirty="0"/>
              <a:t>данных. </a:t>
            </a:r>
          </a:p>
          <a:p>
            <a:endParaRPr lang="ru-RU" dirty="0"/>
          </a:p>
          <a:p>
            <a:r>
              <a:rPr lang="en-US" b="1" dirty="0"/>
              <a:t>IP</a:t>
            </a:r>
            <a:r>
              <a:rPr lang="ru-RU" b="1" dirty="0"/>
              <a:t>-адрес </a:t>
            </a:r>
            <a:r>
              <a:rPr lang="ru-RU" dirty="0"/>
              <a:t>– уникальный идентификатор, представляющий собой цепочку из 32 нулей и единиц. </a:t>
            </a:r>
          </a:p>
          <a:p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AF9B50C4-8B59-7383-ACF8-6223007CC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1" y="805"/>
            <a:ext cx="9746438" cy="1325563"/>
          </a:xfrm>
        </p:spPr>
        <p:txBody>
          <a:bodyPr/>
          <a:lstStyle/>
          <a:p>
            <a:r>
              <a:rPr lang="ru-RU" dirty="0"/>
              <a:t>АДРЕСАЦИЯ В СЕТИ ИНТЕРНЕТ</a:t>
            </a:r>
          </a:p>
        </p:txBody>
      </p:sp>
      <p:pic>
        <p:nvPicPr>
          <p:cNvPr id="5122" name="Picture 2" descr="Передача файлов в зашифрованном виде. концепция удаленного подключения между двумя компьютерами. основанная на облачной концепции. векторная иллюстрация.">
            <a:extLst>
              <a:ext uri="{FF2B5EF4-FFF2-40B4-BE49-F238E27FC236}">
                <a16:creationId xmlns:a16="http://schemas.microsoft.com/office/drawing/2014/main" xmlns="" id="{DB383BAA-4049-4382-F409-1AA4186A0E6D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4491" b="-44491"/>
          <a:stretch/>
        </p:blipFill>
        <p:spPr bwMode="auto">
          <a:xfrm>
            <a:off x="6770688" y="204788"/>
            <a:ext cx="4960937" cy="624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439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xmlns="" id="{7544B770-19B2-4A1F-BAFF-93D3F0040D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72957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8FAD0141-1928-40D9-B485-8FBE3D2520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1700" y="2633661"/>
            <a:ext cx="1638300" cy="1590675"/>
          </a:xfrm>
          <a:prstGeom prst="ellipse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FF6E523C-83AC-4CF5-90F0-4EEA76978E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2000" y="2526861"/>
            <a:ext cx="1704975" cy="160972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671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4013C3C7-304F-AFA5-0A50-5E721A42C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5" y="31329"/>
            <a:ext cx="10858993" cy="1325563"/>
          </a:xfrm>
        </p:spPr>
        <p:txBody>
          <a:bodyPr/>
          <a:lstStyle/>
          <a:p>
            <a:pPr algn="l"/>
            <a:r>
              <a:rPr lang="ru-RU" dirty="0"/>
              <a:t>ДОМЕННАЯ СИСТЕМА ИМЁН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1C34D102-5759-D552-9ABD-CF24C5196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5" y="1131669"/>
            <a:ext cx="10858994" cy="1879600"/>
          </a:xfrm>
        </p:spPr>
        <p:txBody>
          <a:bodyPr>
            <a:normAutofit/>
          </a:bodyPr>
          <a:lstStyle/>
          <a:p>
            <a:r>
              <a:rPr lang="ru-RU" dirty="0"/>
              <a:t>В Интернете действует удобная и понятная для пользователей доменная система имён</a:t>
            </a:r>
            <a:r>
              <a:rPr lang="en" dirty="0"/>
              <a:t>,</a:t>
            </a:r>
            <a:r>
              <a:rPr lang="ru-RU" dirty="0"/>
              <a:t> благодаря которой компьютеры получают уникальные символьные адреса.</a:t>
            </a:r>
          </a:p>
          <a:p>
            <a:r>
              <a:rPr lang="ru-RU" dirty="0"/>
              <a:t>Доменная система имеет иерархическую структуру: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ED1D940B-EF6F-EC96-E4C8-D2F2DB40FF61}"/>
              </a:ext>
            </a:extLst>
          </p:cNvPr>
          <p:cNvSpPr/>
          <p:nvPr/>
        </p:nvSpPr>
        <p:spPr>
          <a:xfrm>
            <a:off x="3519236" y="3937001"/>
            <a:ext cx="6350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F0D589F3-D297-966C-FB66-B2F18717CF1F}"/>
              </a:ext>
            </a:extLst>
          </p:cNvPr>
          <p:cNvSpPr/>
          <p:nvPr/>
        </p:nvSpPr>
        <p:spPr>
          <a:xfrm>
            <a:off x="4420936" y="3937001"/>
            <a:ext cx="6350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edu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4549FC58-9C4A-1042-EA2C-62746718A245}"/>
              </a:ext>
            </a:extLst>
          </p:cNvPr>
          <p:cNvSpPr/>
          <p:nvPr/>
        </p:nvSpPr>
        <p:spPr>
          <a:xfrm>
            <a:off x="5322636" y="3937001"/>
            <a:ext cx="6350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org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5E84DBB4-B96B-8FDC-DC01-868C1F975BFB}"/>
              </a:ext>
            </a:extLst>
          </p:cNvPr>
          <p:cNvSpPr/>
          <p:nvPr/>
        </p:nvSpPr>
        <p:spPr>
          <a:xfrm>
            <a:off x="6262436" y="3937001"/>
            <a:ext cx="6350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</a:t>
            </a:r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A8442B98-C7B6-89C5-E428-02FA27DC0014}"/>
              </a:ext>
            </a:extLst>
          </p:cNvPr>
          <p:cNvSpPr/>
          <p:nvPr/>
        </p:nvSpPr>
        <p:spPr>
          <a:xfrm>
            <a:off x="7202236" y="3937001"/>
            <a:ext cx="6350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99F47E55-27FF-EF72-3C1E-55E7B23ABED1}"/>
              </a:ext>
            </a:extLst>
          </p:cNvPr>
          <p:cNvSpPr/>
          <p:nvPr/>
        </p:nvSpPr>
        <p:spPr>
          <a:xfrm>
            <a:off x="9005636" y="3937001"/>
            <a:ext cx="6350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by</a:t>
            </a: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80647443-CDCF-B379-093B-163F0D84DF87}"/>
              </a:ext>
            </a:extLst>
          </p:cNvPr>
          <p:cNvSpPr/>
          <p:nvPr/>
        </p:nvSpPr>
        <p:spPr>
          <a:xfrm>
            <a:off x="9945436" y="3937001"/>
            <a:ext cx="6350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bg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EA4D042-17B2-5D82-76AD-564BA98DA21F}"/>
              </a:ext>
            </a:extLst>
          </p:cNvPr>
          <p:cNvSpPr txBox="1"/>
          <p:nvPr/>
        </p:nvSpPr>
        <p:spPr>
          <a:xfrm>
            <a:off x="1766636" y="3937001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Верхний уровень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422831E-53C1-63EE-1909-0F6501D63467}"/>
              </a:ext>
            </a:extLst>
          </p:cNvPr>
          <p:cNvSpPr txBox="1"/>
          <p:nvPr/>
        </p:nvSpPr>
        <p:spPr>
          <a:xfrm>
            <a:off x="1766636" y="4724401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Второй уровень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568E59FA-1F3E-87EA-0F87-B1BAD9950918}"/>
              </a:ext>
            </a:extLst>
          </p:cNvPr>
          <p:cNvSpPr/>
          <p:nvPr/>
        </p:nvSpPr>
        <p:spPr>
          <a:xfrm>
            <a:off x="3519236" y="4799916"/>
            <a:ext cx="6350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</a:t>
            </a:r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F7DBF681-AD5F-ECC2-9879-13AF77F290EB}"/>
              </a:ext>
            </a:extLst>
          </p:cNvPr>
          <p:cNvSpPr/>
          <p:nvPr/>
        </p:nvSpPr>
        <p:spPr>
          <a:xfrm>
            <a:off x="5322636" y="4823947"/>
            <a:ext cx="6350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fipi</a:t>
            </a: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xmlns="" id="{6EDB68D2-42F1-C675-39F3-EAA02F7AB0F0}"/>
              </a:ext>
            </a:extLst>
          </p:cNvPr>
          <p:cNvSpPr/>
          <p:nvPr/>
        </p:nvSpPr>
        <p:spPr>
          <a:xfrm>
            <a:off x="7202236" y="4861363"/>
            <a:ext cx="9017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prosv</a:t>
            </a:r>
            <a:endParaRPr lang="ru-RU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xmlns="" id="{A579C839-C912-F9C9-0B0A-D6748502C6AD}"/>
              </a:ext>
            </a:extLst>
          </p:cNvPr>
          <p:cNvSpPr/>
          <p:nvPr/>
        </p:nvSpPr>
        <p:spPr>
          <a:xfrm>
            <a:off x="8383336" y="4875432"/>
            <a:ext cx="9017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bebras</a:t>
            </a: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xmlns="" id="{3BD2E52F-ED93-0DD8-6F5C-29B9EB76960A}"/>
              </a:ext>
            </a:extLst>
          </p:cNvPr>
          <p:cNvSpPr/>
          <p:nvPr/>
        </p:nvSpPr>
        <p:spPr>
          <a:xfrm>
            <a:off x="9564436" y="4875432"/>
            <a:ext cx="10287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bosova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2B3D1EC3-A3D5-DF35-95D1-17FC120BB670}"/>
              </a:ext>
            </a:extLst>
          </p:cNvPr>
          <p:cNvSpPr txBox="1"/>
          <p:nvPr/>
        </p:nvSpPr>
        <p:spPr>
          <a:xfrm>
            <a:off x="1766636" y="5624732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Третий уровень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xmlns="" id="{50309105-3FFD-7497-2D8E-128B36FEC87A}"/>
              </a:ext>
            </a:extLst>
          </p:cNvPr>
          <p:cNvSpPr/>
          <p:nvPr/>
        </p:nvSpPr>
        <p:spPr>
          <a:xfrm>
            <a:off x="3519236" y="5700247"/>
            <a:ext cx="13462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windows</a:t>
            </a:r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xmlns="" id="{83FB8CB9-B61D-E7FC-2E40-F30350E7C5D3}"/>
              </a:ext>
            </a:extLst>
          </p:cNvPr>
          <p:cNvSpPr/>
          <p:nvPr/>
        </p:nvSpPr>
        <p:spPr>
          <a:xfrm>
            <a:off x="5170236" y="5700247"/>
            <a:ext cx="21844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school-collection</a:t>
            </a:r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xmlns="" id="{F2915E4D-6C25-40A1-70B3-D8532D3BA0A8}"/>
              </a:ext>
            </a:extLst>
          </p:cNvPr>
          <p:cNvSpPr/>
          <p:nvPr/>
        </p:nvSpPr>
        <p:spPr>
          <a:xfrm>
            <a:off x="7659436" y="5700247"/>
            <a:ext cx="9017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fcior</a:t>
            </a:r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xmlns="" id="{4D4A3BA5-67D2-1ADC-E6F6-093641EECD90}"/>
              </a:ext>
            </a:extLst>
          </p:cNvPr>
          <p:cNvSpPr/>
          <p:nvPr/>
        </p:nvSpPr>
        <p:spPr>
          <a:xfrm>
            <a:off x="8865936" y="5700247"/>
            <a:ext cx="9017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resh</a:t>
            </a:r>
            <a:endParaRPr lang="ru-RU" dirty="0"/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xmlns="" id="{8A694A50-990E-ADAE-1F83-CA58EBF3FA06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3836736" y="3480484"/>
            <a:ext cx="1260475" cy="456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xmlns="" id="{AA6E56A5-9342-4B9A-3930-7CBEE6FA3285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4738436" y="3480484"/>
            <a:ext cx="717550" cy="456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xmlns="" id="{980CC659-CB6D-AAA0-0871-FBB7F119911D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5640136" y="3480484"/>
            <a:ext cx="342899" cy="456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xmlns="" id="{1C2238B4-B6FA-F2F4-F1A6-A2384BDAE56F}"/>
              </a:ext>
            </a:extLst>
          </p:cNvPr>
          <p:cNvCxnSpPr>
            <a:cxnSpLocks/>
          </p:cNvCxnSpPr>
          <p:nvPr/>
        </p:nvCxnSpPr>
        <p:spPr>
          <a:xfrm>
            <a:off x="6552949" y="3480484"/>
            <a:ext cx="0" cy="456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xmlns="" id="{6F535EFA-D6D2-669A-F600-61C5F02586F4}"/>
              </a:ext>
            </a:extLst>
          </p:cNvPr>
          <p:cNvCxnSpPr>
            <a:cxnSpLocks/>
          </p:cNvCxnSpPr>
          <p:nvPr/>
        </p:nvCxnSpPr>
        <p:spPr>
          <a:xfrm>
            <a:off x="7519736" y="3480484"/>
            <a:ext cx="0" cy="456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xmlns="" id="{3086F5C2-F8CA-DD67-7962-B9DC4AC9AC41}"/>
              </a:ext>
            </a:extLst>
          </p:cNvPr>
          <p:cNvCxnSpPr>
            <a:cxnSpLocks/>
          </p:cNvCxnSpPr>
          <p:nvPr/>
        </p:nvCxnSpPr>
        <p:spPr>
          <a:xfrm>
            <a:off x="8407149" y="3480484"/>
            <a:ext cx="0" cy="456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xmlns="" id="{5D930B00-694E-0A79-1DB5-C033D0F323EC}"/>
              </a:ext>
            </a:extLst>
          </p:cNvPr>
          <p:cNvCxnSpPr>
            <a:cxnSpLocks/>
          </p:cNvCxnSpPr>
          <p:nvPr/>
        </p:nvCxnSpPr>
        <p:spPr>
          <a:xfrm>
            <a:off x="9285036" y="3480484"/>
            <a:ext cx="0" cy="456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xmlns="" id="{CE1BFB3B-C4CC-A5C1-FD0D-01AE9D06D3DA}"/>
              </a:ext>
            </a:extLst>
          </p:cNvPr>
          <p:cNvCxnSpPr>
            <a:cxnSpLocks/>
          </p:cNvCxnSpPr>
          <p:nvPr/>
        </p:nvCxnSpPr>
        <p:spPr>
          <a:xfrm>
            <a:off x="9640636" y="3480484"/>
            <a:ext cx="620713" cy="456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FCEA4D89-5FDB-35C1-F9BC-72190CED8CCE}"/>
              </a:ext>
            </a:extLst>
          </p:cNvPr>
          <p:cNvSpPr/>
          <p:nvPr/>
        </p:nvSpPr>
        <p:spPr>
          <a:xfrm>
            <a:off x="4865436" y="3098801"/>
            <a:ext cx="50927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Безымянный корневой домен</a:t>
            </a:r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xmlns="" id="{8D736AFC-20A9-9129-B4D1-D1DD25AE6D5A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3836736" y="4406216"/>
            <a:ext cx="4267200" cy="393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xmlns="" id="{40D4C1F2-CDCA-FB4D-5BF5-284137C66EA4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4738436" y="4418234"/>
            <a:ext cx="3632200" cy="3930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xmlns="" id="{7F8DD06D-A4A7-66D3-4856-4FC284C1F3AA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5640136" y="4406216"/>
            <a:ext cx="2805113" cy="4177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xmlns="" id="{C5E368B8-0CD4-6FAD-1440-3F3E404EFED5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653086" y="4406216"/>
            <a:ext cx="869950" cy="4551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xmlns="" id="{2661EA8F-2E6B-9671-F5A9-D3BFF7DA59B1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8611936" y="4317318"/>
            <a:ext cx="222250" cy="5581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xmlns="" id="{EC18F087-799B-7867-4744-C2B43F71C7D7}"/>
              </a:ext>
            </a:extLst>
          </p:cNvPr>
          <p:cNvCxnSpPr>
            <a:cxnSpLocks/>
          </p:cNvCxnSpPr>
          <p:nvPr/>
        </p:nvCxnSpPr>
        <p:spPr>
          <a:xfrm>
            <a:off x="8650036" y="4406216"/>
            <a:ext cx="1295400" cy="4692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D86645C9-D7C5-D011-91DA-F6DEFF421292}"/>
              </a:ext>
            </a:extLst>
          </p:cNvPr>
          <p:cNvSpPr/>
          <p:nvPr/>
        </p:nvSpPr>
        <p:spPr>
          <a:xfrm>
            <a:off x="8103936" y="3937001"/>
            <a:ext cx="6350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ru</a:t>
            </a:r>
            <a:endParaRPr lang="ru-RU" dirty="0"/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xmlns="" id="{7BA1F69C-EDAE-45CF-91FA-7FE754E5F009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4954336" y="5280463"/>
            <a:ext cx="4362450" cy="4197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xmlns="" id="{661171EB-A830-C681-AE0E-2BB0E5CCF495}"/>
              </a:ext>
            </a:extLst>
          </p:cNvPr>
          <p:cNvCxnSpPr>
            <a:cxnSpLocks/>
          </p:cNvCxnSpPr>
          <p:nvPr/>
        </p:nvCxnSpPr>
        <p:spPr>
          <a:xfrm>
            <a:off x="4716211" y="5242363"/>
            <a:ext cx="3121025" cy="4438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xmlns="" id="{D00651E7-692B-E4FD-B15F-01D8416A1399}"/>
              </a:ext>
            </a:extLst>
          </p:cNvPr>
          <p:cNvCxnSpPr>
            <a:cxnSpLocks/>
          </p:cNvCxnSpPr>
          <p:nvPr/>
        </p:nvCxnSpPr>
        <p:spPr>
          <a:xfrm>
            <a:off x="4652711" y="5292821"/>
            <a:ext cx="1158874" cy="4187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xmlns="" id="{0E98AF10-0845-07CA-4B70-F66822A2474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4192336" y="5242363"/>
            <a:ext cx="330200" cy="4578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B02B6482-6D04-965C-8FAF-60BE4E228269}"/>
              </a:ext>
            </a:extLst>
          </p:cNvPr>
          <p:cNvSpPr/>
          <p:nvPr/>
        </p:nvSpPr>
        <p:spPr>
          <a:xfrm>
            <a:off x="4420936" y="4811247"/>
            <a:ext cx="635000" cy="495300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edu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227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4619103-5C6E-689D-AE8D-676653F7FA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9808" y="605255"/>
            <a:ext cx="10860087" cy="1325563"/>
          </a:xfrm>
        </p:spPr>
        <p:txBody>
          <a:bodyPr/>
          <a:lstStyle/>
          <a:p>
            <a:pPr algn="ctr"/>
            <a:r>
              <a:rPr lang="ru-RU" dirty="0"/>
              <a:t>ДОМЕНЫ ВЕРХНЕГО УРОВНЯ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277F18C2-0BC5-05CC-F75C-1C43FBF87DCA}"/>
              </a:ext>
            </a:extLst>
          </p:cNvPr>
          <p:cNvSpPr/>
          <p:nvPr/>
        </p:nvSpPr>
        <p:spPr>
          <a:xfrm>
            <a:off x="866274" y="2299784"/>
            <a:ext cx="3930315" cy="8605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АДМИНИСТРАТИВНЫЕ ДОМЕНЫ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091B24FF-0828-0C78-1C94-A31B19349E29}"/>
              </a:ext>
            </a:extLst>
          </p:cNvPr>
          <p:cNvSpPr/>
          <p:nvPr/>
        </p:nvSpPr>
        <p:spPr>
          <a:xfrm>
            <a:off x="6954252" y="2299783"/>
            <a:ext cx="3930315" cy="8605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ГЕОГРАФИЧЕСКИЕ ДОМЕНЫ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3396FC02-D560-C8B4-FE0C-8B71AE0985DA}"/>
              </a:ext>
            </a:extLst>
          </p:cNvPr>
          <p:cNvSpPr/>
          <p:nvPr/>
        </p:nvSpPr>
        <p:spPr>
          <a:xfrm>
            <a:off x="866274" y="3649410"/>
            <a:ext cx="1716505" cy="8605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тип организации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D527766F-6C9C-187B-72EC-24A9FD46942B}"/>
              </a:ext>
            </a:extLst>
          </p:cNvPr>
          <p:cNvSpPr/>
          <p:nvPr/>
        </p:nvSpPr>
        <p:spPr>
          <a:xfrm>
            <a:off x="3080084" y="3649410"/>
            <a:ext cx="1716505" cy="8605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код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C378ADC5-9741-C0E9-F26A-F4D0C9046193}"/>
              </a:ext>
            </a:extLst>
          </p:cNvPr>
          <p:cNvSpPr/>
          <p:nvPr/>
        </p:nvSpPr>
        <p:spPr>
          <a:xfrm>
            <a:off x="6954252" y="3649410"/>
            <a:ext cx="1716505" cy="8605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страна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49744166-AD96-9A7A-B397-7BFCF92F45A7}"/>
              </a:ext>
            </a:extLst>
          </p:cNvPr>
          <p:cNvSpPr/>
          <p:nvPr/>
        </p:nvSpPr>
        <p:spPr>
          <a:xfrm>
            <a:off x="9168062" y="3649410"/>
            <a:ext cx="1716505" cy="8605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код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9894192-B18D-71FB-0C9E-D1A42FD90E3D}"/>
              </a:ext>
            </a:extLst>
          </p:cNvPr>
          <p:cNvSpPr txBox="1"/>
          <p:nvPr/>
        </p:nvSpPr>
        <p:spPr>
          <a:xfrm>
            <a:off x="866274" y="4876798"/>
            <a:ext cx="387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образовательная		</a:t>
            </a:r>
            <a:r>
              <a:rPr lang="en-US" dirty="0" err="1">
                <a:solidFill>
                  <a:schemeClr val="tx2"/>
                </a:solidFill>
              </a:rPr>
              <a:t>edu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B4B9E44-925D-AC7B-B597-4E3F9CB46BD1}"/>
              </a:ext>
            </a:extLst>
          </p:cNvPr>
          <p:cNvSpPr txBox="1"/>
          <p:nvPr/>
        </p:nvSpPr>
        <p:spPr>
          <a:xfrm>
            <a:off x="6954252" y="4926817"/>
            <a:ext cx="387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  </a:t>
            </a:r>
            <a:r>
              <a:rPr lang="ru-RU" dirty="0">
                <a:solidFill>
                  <a:schemeClr val="tx2"/>
                </a:solidFill>
              </a:rPr>
              <a:t>Россия			</a:t>
            </a:r>
            <a:r>
              <a:rPr lang="en-US" dirty="0" err="1">
                <a:solidFill>
                  <a:schemeClr val="tx2"/>
                </a:solidFill>
              </a:rPr>
              <a:t>ru</a:t>
            </a:r>
            <a:r>
              <a:rPr lang="ru-RU" dirty="0">
                <a:solidFill>
                  <a:schemeClr val="tx2"/>
                </a:solidFill>
              </a:rPr>
              <a:t>, </a:t>
            </a:r>
            <a:r>
              <a:rPr lang="ru-RU" dirty="0" err="1">
                <a:solidFill>
                  <a:schemeClr val="tx2"/>
                </a:solidFill>
              </a:rPr>
              <a:t>рф</a:t>
            </a:r>
            <a:endParaRPr lang="ru-RU" dirty="0">
              <a:solidFill>
                <a:schemeClr val="tx2"/>
              </a:solidFill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xmlns="" id="{804B2FCA-F153-0DD0-D6BF-93DE5D279197}"/>
              </a:ext>
            </a:extLst>
          </p:cNvPr>
          <p:cNvCxnSpPr/>
          <p:nvPr/>
        </p:nvCxnSpPr>
        <p:spPr>
          <a:xfrm flipH="1">
            <a:off x="2803358" y="1604211"/>
            <a:ext cx="1134978" cy="577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xmlns="" id="{F151B485-A73F-D7E2-4D12-C4DB23A872F9}"/>
              </a:ext>
            </a:extLst>
          </p:cNvPr>
          <p:cNvCxnSpPr>
            <a:cxnSpLocks/>
          </p:cNvCxnSpPr>
          <p:nvPr/>
        </p:nvCxnSpPr>
        <p:spPr>
          <a:xfrm>
            <a:off x="7535779" y="1604210"/>
            <a:ext cx="1134978" cy="5775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7B8A3149-8F22-05F9-6470-6FAF2D4B1878}"/>
              </a:ext>
            </a:extLst>
          </p:cNvPr>
          <p:cNvSpPr/>
          <p:nvPr/>
        </p:nvSpPr>
        <p:spPr>
          <a:xfrm>
            <a:off x="866274" y="4716379"/>
            <a:ext cx="3930315" cy="75397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3AD496FE-24D2-F8F2-CE02-14C5DD49DE15}"/>
              </a:ext>
            </a:extLst>
          </p:cNvPr>
          <p:cNvSpPr/>
          <p:nvPr/>
        </p:nvSpPr>
        <p:spPr>
          <a:xfrm>
            <a:off x="6954252" y="4716378"/>
            <a:ext cx="3930315" cy="75397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80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8F6109C-4A6B-C180-862C-7F41D590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ДОМЕННОЕ ИМЯ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95162EF8-4CB0-2809-4AC5-3C745E8C3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5" y="1397855"/>
            <a:ext cx="10858994" cy="1313261"/>
          </a:xfrm>
        </p:spPr>
        <p:txBody>
          <a:bodyPr/>
          <a:lstStyle/>
          <a:p>
            <a:r>
              <a:rPr lang="ru-RU" dirty="0"/>
              <a:t>Полное доменное имя состоит из непосредственно имени домена и далее имён всех доменов, в которые он входит, разделённых точками.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xmlns="" id="{C9FFBE5E-E416-F4E4-3AAA-4713EDB1A2F3}"/>
              </a:ext>
            </a:extLst>
          </p:cNvPr>
          <p:cNvGrpSpPr/>
          <p:nvPr/>
        </p:nvGrpSpPr>
        <p:grpSpPr>
          <a:xfrm>
            <a:off x="352926" y="3240505"/>
            <a:ext cx="4539914" cy="3112168"/>
            <a:chOff x="850232" y="3128211"/>
            <a:chExt cx="4700336" cy="3416968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xmlns="" id="{B037D038-6DA8-E7CF-7CE4-640E0794EF48}"/>
                </a:ext>
              </a:extLst>
            </p:cNvPr>
            <p:cNvSpPr/>
            <p:nvPr/>
          </p:nvSpPr>
          <p:spPr>
            <a:xfrm>
              <a:off x="850232" y="3128211"/>
              <a:ext cx="4700336" cy="3416968"/>
            </a:xfrm>
            <a:prstGeom prst="ellipse">
              <a:avLst/>
            </a:prstGeom>
            <a:noFill/>
            <a:ln w="38100">
              <a:solidFill>
                <a:srgbClr val="0AB5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xmlns="" id="{72DF397E-69E7-D44E-31B7-036591E4621C}"/>
                </a:ext>
              </a:extLst>
            </p:cNvPr>
            <p:cNvSpPr/>
            <p:nvPr/>
          </p:nvSpPr>
          <p:spPr>
            <a:xfrm>
              <a:off x="1211180" y="3906253"/>
              <a:ext cx="3970421" cy="2638926"/>
            </a:xfrm>
            <a:prstGeom prst="ellipse">
              <a:avLst/>
            </a:prstGeom>
            <a:noFill/>
            <a:ln w="38100">
              <a:solidFill>
                <a:srgbClr val="0AB5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xmlns="" id="{AC99AA55-6CB7-91C3-63FE-03F4AF9065D2}"/>
                </a:ext>
              </a:extLst>
            </p:cNvPr>
            <p:cNvSpPr/>
            <p:nvPr/>
          </p:nvSpPr>
          <p:spPr>
            <a:xfrm>
              <a:off x="1540044" y="4724400"/>
              <a:ext cx="3288631" cy="1820779"/>
            </a:xfrm>
            <a:prstGeom prst="ellipse">
              <a:avLst/>
            </a:prstGeom>
            <a:noFill/>
            <a:ln w="38100">
              <a:solidFill>
                <a:srgbClr val="0AB5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AEDB6C08-A352-2E73-822D-7B2E399047FE}"/>
                </a:ext>
              </a:extLst>
            </p:cNvPr>
            <p:cNvSpPr txBox="1"/>
            <p:nvPr/>
          </p:nvSpPr>
          <p:spPr>
            <a:xfrm>
              <a:off x="2903621" y="3255622"/>
              <a:ext cx="11951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err="1">
                  <a:solidFill>
                    <a:schemeClr val="tx2"/>
                  </a:solidFill>
                </a:rPr>
                <a:t>ru</a:t>
              </a:r>
              <a:endParaRPr lang="ru-RU" dirty="0">
                <a:solidFill>
                  <a:schemeClr val="tx2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2804EF48-A0F0-778C-7FF9-E8A0486820DC}"/>
                </a:ext>
              </a:extLst>
            </p:cNvPr>
            <p:cNvSpPr txBox="1"/>
            <p:nvPr/>
          </p:nvSpPr>
          <p:spPr>
            <a:xfrm>
              <a:off x="2759241" y="4178969"/>
              <a:ext cx="11951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err="1">
                  <a:solidFill>
                    <a:schemeClr val="tx2"/>
                  </a:solidFill>
                </a:rPr>
                <a:t>edu</a:t>
              </a:r>
              <a:endParaRPr lang="ru-RU" dirty="0">
                <a:solidFill>
                  <a:schemeClr val="tx2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DF35EE0A-C4D9-4957-40A2-6D3C8FD7CF59}"/>
                </a:ext>
              </a:extLst>
            </p:cNvPr>
            <p:cNvSpPr txBox="1"/>
            <p:nvPr/>
          </p:nvSpPr>
          <p:spPr>
            <a:xfrm>
              <a:off x="2759241" y="5470788"/>
              <a:ext cx="11951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err="1">
                  <a:solidFill>
                    <a:schemeClr val="tx2"/>
                  </a:solidFill>
                </a:rPr>
                <a:t>resh</a:t>
              </a:r>
              <a:endParaRPr lang="ru-RU" dirty="0">
                <a:solidFill>
                  <a:schemeClr val="tx2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2C08CE5-A1F8-840D-55EE-E74794C887B4}"/>
              </a:ext>
            </a:extLst>
          </p:cNvPr>
          <p:cNvSpPr txBox="1"/>
          <p:nvPr/>
        </p:nvSpPr>
        <p:spPr>
          <a:xfrm>
            <a:off x="4916151" y="3216146"/>
            <a:ext cx="212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2"/>
                </a:solidFill>
                <a:highlight>
                  <a:srgbClr val="0AB5EC"/>
                </a:highlight>
              </a:rPr>
              <a:t>resh</a:t>
            </a:r>
            <a:r>
              <a:rPr lang="en-US" sz="2800" dirty="0" err="1">
                <a:solidFill>
                  <a:schemeClr val="tx2"/>
                </a:solidFill>
              </a:rPr>
              <a:t>.edu.ru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1779991A-8841-1CDF-9891-491B5303E510}"/>
              </a:ext>
            </a:extLst>
          </p:cNvPr>
          <p:cNvSpPr txBox="1"/>
          <p:nvPr/>
        </p:nvSpPr>
        <p:spPr>
          <a:xfrm>
            <a:off x="4916151" y="4273999"/>
            <a:ext cx="212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2"/>
                </a:solidFill>
              </a:rPr>
              <a:t>resh.</a:t>
            </a:r>
            <a:r>
              <a:rPr lang="en-US" sz="2800" dirty="0" err="1">
                <a:solidFill>
                  <a:schemeClr val="tx2"/>
                </a:solidFill>
                <a:highlight>
                  <a:srgbClr val="0AB5EC"/>
                </a:highlight>
              </a:rPr>
              <a:t>edu</a:t>
            </a:r>
            <a:r>
              <a:rPr lang="en-US" sz="2800" dirty="0" err="1">
                <a:solidFill>
                  <a:schemeClr val="tx2"/>
                </a:solidFill>
              </a:rPr>
              <a:t>.ru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3FA6063-27B4-8C1D-3663-210AD2984B7D}"/>
              </a:ext>
            </a:extLst>
          </p:cNvPr>
          <p:cNvSpPr txBox="1"/>
          <p:nvPr/>
        </p:nvSpPr>
        <p:spPr>
          <a:xfrm>
            <a:off x="4948236" y="5431312"/>
            <a:ext cx="212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tx2"/>
                </a:solidFill>
              </a:rPr>
              <a:t>resh.edu.</a:t>
            </a:r>
            <a:r>
              <a:rPr lang="en-US" sz="2800" dirty="0" err="1">
                <a:solidFill>
                  <a:schemeClr val="tx2"/>
                </a:solidFill>
                <a:highlight>
                  <a:srgbClr val="0AB5EC"/>
                </a:highlight>
              </a:rPr>
              <a:t>ru</a:t>
            </a:r>
            <a:endParaRPr lang="ru-RU" dirty="0">
              <a:solidFill>
                <a:schemeClr val="tx2"/>
              </a:solidFill>
              <a:highlight>
                <a:srgbClr val="0AB5EC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A35E592B-18C4-F9D3-5655-6153D847848A}"/>
              </a:ext>
            </a:extLst>
          </p:cNvPr>
          <p:cNvSpPr txBox="1"/>
          <p:nvPr/>
        </p:nvSpPr>
        <p:spPr>
          <a:xfrm>
            <a:off x="7073815" y="3211209"/>
            <a:ext cx="46656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tx2"/>
                </a:solidFill>
              </a:rPr>
              <a:t>Первая часть доменного имени указывает на название сайта – «Российская электронная школа»</a:t>
            </a:r>
            <a:endParaRPr lang="ru-RU" sz="1400" dirty="0">
              <a:solidFill>
                <a:schemeClr val="tx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697D47A6-6A8D-160D-A4BD-98D9FF08F408}"/>
              </a:ext>
            </a:extLst>
          </p:cNvPr>
          <p:cNvSpPr txBox="1"/>
          <p:nvPr/>
        </p:nvSpPr>
        <p:spPr>
          <a:xfrm>
            <a:off x="7073815" y="4288965"/>
            <a:ext cx="51823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tx2"/>
                </a:solidFill>
              </a:rPr>
              <a:t>Вторая часть доменного имени определяет характер размещённой на сайте информации - образовательный </a:t>
            </a:r>
            <a:endParaRPr lang="ru-RU" sz="1400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6807463B-77BC-2753-4FC7-B5016FBE1639}"/>
              </a:ext>
            </a:extLst>
          </p:cNvPr>
          <p:cNvSpPr txBox="1"/>
          <p:nvPr/>
        </p:nvSpPr>
        <p:spPr>
          <a:xfrm>
            <a:off x="7073815" y="5469225"/>
            <a:ext cx="51823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tx2"/>
                </a:solidFill>
              </a:rPr>
              <a:t>Третья часть доменного имени обозначает страну - Россия</a:t>
            </a:r>
            <a:endParaRPr lang="ru-RU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15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Заголовок 2">
            <a:extLst>
              <a:ext uri="{FF2B5EF4-FFF2-40B4-BE49-F238E27FC236}">
                <a16:creationId xmlns:a16="http://schemas.microsoft.com/office/drawing/2014/main" xmlns="" id="{4EF7699D-C380-C04A-85A0-25BC5E0B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algn="l">
              <a:defRPr/>
            </a:pPr>
            <a:r>
              <a:rPr lang="ru-RU" dirty="0"/>
              <a:t>ОРГАНИЗАЦИЯ </a:t>
            </a:r>
            <a:r>
              <a:rPr lang="en-US" dirty="0"/>
              <a:t>WWW</a:t>
            </a:r>
            <a:endParaRPr lang="ru-RU" dirty="0"/>
          </a:p>
        </p:txBody>
      </p:sp>
      <p:sp>
        <p:nvSpPr>
          <p:cNvPr id="10242" name="Содержимое 1">
            <a:extLst>
              <a:ext uri="{FF2B5EF4-FFF2-40B4-BE49-F238E27FC236}">
                <a16:creationId xmlns:a16="http://schemas.microsoft.com/office/drawing/2014/main" xmlns="" id="{6C80169F-EAE4-C641-A164-90CAAEC6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581" y="1933319"/>
            <a:ext cx="10858994" cy="4387174"/>
          </a:xfrm>
        </p:spPr>
        <p:txBody>
          <a:bodyPr/>
          <a:lstStyle/>
          <a:p>
            <a:r>
              <a:rPr lang="ru-RU" altLang="ru-RU" dirty="0"/>
              <a:t>Информация в </a:t>
            </a:r>
            <a:r>
              <a:rPr lang="en-US" altLang="ru-RU" dirty="0"/>
              <a:t>WWW </a:t>
            </a:r>
            <a:r>
              <a:rPr lang="ru-RU" altLang="ru-RU" dirty="0"/>
              <a:t>организована</a:t>
            </a:r>
            <a:br>
              <a:rPr lang="ru-RU" altLang="ru-RU" dirty="0"/>
            </a:br>
            <a:r>
              <a:rPr lang="ru-RU" altLang="ru-RU" dirty="0"/>
              <a:t>в виде </a:t>
            </a:r>
            <a:r>
              <a:rPr lang="ru-RU" altLang="ru-RU" b="1" dirty="0"/>
              <a:t>веб-страниц</a:t>
            </a:r>
            <a:r>
              <a:rPr lang="ru-RU" altLang="ru-RU" dirty="0"/>
              <a:t>.</a:t>
            </a:r>
          </a:p>
          <a:p>
            <a:r>
              <a:rPr lang="ru-RU" altLang="ru-RU" b="1" dirty="0"/>
              <a:t>Веб-страница</a:t>
            </a:r>
            <a:r>
              <a:rPr lang="ru-RU" altLang="ru-RU" dirty="0"/>
              <a:t> – это отдельный документ в Интернете, который может содержать текст, графику, звук, видео и гиперссылки.</a:t>
            </a:r>
          </a:p>
          <a:p>
            <a:r>
              <a:rPr lang="ru-RU" altLang="ru-RU" b="1" dirty="0"/>
              <a:t>Веб-сайт</a:t>
            </a:r>
            <a:r>
              <a:rPr lang="ru-RU" altLang="ru-RU" b="1" i="1" dirty="0"/>
              <a:t> </a:t>
            </a:r>
            <a:r>
              <a:rPr lang="ru-RU" altLang="ru-RU" dirty="0"/>
              <a:t>– это несколько веб</a:t>
            </a:r>
            <a:r>
              <a:rPr lang="en-US" altLang="ru-RU" dirty="0"/>
              <a:t>-</a:t>
            </a:r>
            <a:r>
              <a:rPr lang="ru-RU" altLang="ru-RU" dirty="0"/>
              <a:t>страниц, объединенных общей идеей и связанных с помощью гиперссылок.</a:t>
            </a:r>
          </a:p>
          <a:p>
            <a:r>
              <a:rPr lang="ru-RU" altLang="ru-RU" b="1" dirty="0"/>
              <a:t>Гиперссылки</a:t>
            </a:r>
            <a:r>
              <a:rPr lang="ru-RU" altLang="ru-RU" dirty="0"/>
              <a:t> – ключевые слова или изображения от которых идут гиперсвязи. Они выделяются </a:t>
            </a:r>
            <a:r>
              <a:rPr lang="ru-RU" altLang="ru-RU" b="1" dirty="0">
                <a:solidFill>
                  <a:srgbClr val="CC3300"/>
                </a:solidFill>
              </a:rPr>
              <a:t>цветом</a:t>
            </a:r>
            <a:r>
              <a:rPr lang="ru-RU" altLang="ru-RU" dirty="0"/>
              <a:t> или </a:t>
            </a:r>
            <a:r>
              <a:rPr lang="ru-RU" altLang="ru-RU" u="sng" dirty="0"/>
              <a:t>подчёркиванием.</a:t>
            </a:r>
            <a:endParaRPr lang="ru-RU" altLang="ru-RU" dirty="0"/>
          </a:p>
          <a:p>
            <a:endParaRPr lang="ru-RU" alt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23E23298-FCDD-45A4-A8B4-FAF1D6F99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166" y="109484"/>
            <a:ext cx="5560317" cy="278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3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2EBC38B-70BE-91D0-42A8-91618F3F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6" y="53572"/>
            <a:ext cx="10858993" cy="1325563"/>
          </a:xfrm>
        </p:spPr>
        <p:txBody>
          <a:bodyPr/>
          <a:lstStyle/>
          <a:p>
            <a:pPr algn="l"/>
            <a:r>
              <a:rPr lang="ru-RU" dirty="0"/>
              <a:t>СТРУКТУРА АДРЕСОВ ВЕБ-РЕСУРСОВ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2F47CC3-8FB2-F12A-4386-B6CB23A7B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882" y="1197704"/>
            <a:ext cx="10858994" cy="4547423"/>
          </a:xfrm>
        </p:spPr>
        <p:txBody>
          <a:bodyPr/>
          <a:lstStyle/>
          <a:p>
            <a:r>
              <a:rPr lang="ru-RU" dirty="0"/>
              <a:t>Адрес документа в Интернете состоит из следующих </a:t>
            </a:r>
            <a:br>
              <a:rPr lang="ru-RU" dirty="0"/>
            </a:br>
            <a:r>
              <a:rPr lang="ru-RU" dirty="0"/>
              <a:t>основных частей: </a:t>
            </a:r>
          </a:p>
          <a:p>
            <a:pPr marL="514350" indent="-514350">
              <a:buClr>
                <a:srgbClr val="0AB5EC"/>
              </a:buClr>
              <a:buFont typeface="+mj-lt"/>
              <a:buAutoNum type="arabicParenR"/>
            </a:pPr>
            <a:r>
              <a:rPr lang="ru-RU" dirty="0"/>
              <a:t>название протокола со знаками :// в конце названия;</a:t>
            </a:r>
          </a:p>
          <a:p>
            <a:pPr marL="514350" indent="-514350">
              <a:buClr>
                <a:srgbClr val="0AB5EC"/>
              </a:buClr>
              <a:buFont typeface="+mj-lt"/>
              <a:buAutoNum type="arabicParenR"/>
            </a:pPr>
            <a:r>
              <a:rPr lang="ru-RU" dirty="0"/>
              <a:t>доменное имя сервера со знаком / в конце имени;</a:t>
            </a:r>
          </a:p>
          <a:p>
            <a:pPr marL="514350" indent="-514350">
              <a:buClr>
                <a:srgbClr val="0AB5EC"/>
              </a:buClr>
              <a:buFont typeface="+mj-lt"/>
              <a:buAutoNum type="arabicParenR"/>
            </a:pPr>
            <a:r>
              <a:rPr lang="ru-RU" dirty="0"/>
              <a:t>полное имя документа на сервере, где он находится. 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ABB954F-0C0E-ECA7-1DC6-68CA3D3F377B}"/>
              </a:ext>
            </a:extLst>
          </p:cNvPr>
          <p:cNvSpPr txBox="1"/>
          <p:nvPr/>
        </p:nvSpPr>
        <p:spPr>
          <a:xfrm>
            <a:off x="810883" y="4873031"/>
            <a:ext cx="10997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highlight>
                  <a:srgbClr val="FFFF00"/>
                </a:highlight>
              </a:rPr>
              <a:t>http://</a:t>
            </a:r>
            <a:r>
              <a:rPr lang="en-US" sz="3600" b="1" dirty="0" err="1">
                <a:solidFill>
                  <a:schemeClr val="tx2"/>
                </a:solidFill>
                <a:highlight>
                  <a:srgbClr val="00FFFF"/>
                </a:highlight>
              </a:rPr>
              <a:t>bebras.ru</a:t>
            </a:r>
            <a:r>
              <a:rPr lang="en-US" sz="3600" b="1" dirty="0">
                <a:solidFill>
                  <a:schemeClr val="tx2"/>
                </a:solidFill>
                <a:highlight>
                  <a:srgbClr val="00FFFF"/>
                </a:highlight>
              </a:rPr>
              <a:t>/</a:t>
            </a:r>
            <a:r>
              <a:rPr lang="en-US" sz="3600" b="1" dirty="0">
                <a:solidFill>
                  <a:schemeClr val="tx2"/>
                </a:solidFill>
                <a:highlight>
                  <a:srgbClr val="00FF00"/>
                </a:highlight>
              </a:rPr>
              <a:t>bebras22/main/go/</a:t>
            </a:r>
            <a:r>
              <a:rPr lang="en-US" sz="3600" b="1" dirty="0" err="1">
                <a:solidFill>
                  <a:schemeClr val="tx2"/>
                </a:solidFill>
                <a:highlight>
                  <a:srgbClr val="00FF00"/>
                </a:highlight>
              </a:rPr>
              <a:t>honor_code</a:t>
            </a:r>
            <a:r>
              <a:rPr lang="en-US" sz="3600" b="1" dirty="0">
                <a:solidFill>
                  <a:schemeClr val="tx2"/>
                </a:solidFill>
                <a:highlight>
                  <a:srgbClr val="00FF00"/>
                </a:highlight>
              </a:rPr>
              <a:t>/p</a:t>
            </a:r>
            <a:endParaRPr lang="ru-RU" sz="3600" b="1" dirty="0">
              <a:solidFill>
                <a:schemeClr val="tx2"/>
              </a:solidFill>
              <a:highlight>
                <a:srgbClr val="00FF00"/>
              </a:highlight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5DF9594F-6583-9AC7-1552-A734E81FE5C1}"/>
              </a:ext>
            </a:extLst>
          </p:cNvPr>
          <p:cNvSpPr/>
          <p:nvPr/>
        </p:nvSpPr>
        <p:spPr>
          <a:xfrm>
            <a:off x="1339142" y="4131764"/>
            <a:ext cx="576948" cy="5809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1</a:t>
            </a:r>
            <a:endParaRPr lang="ru-RU" sz="20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DDFE5358-5B57-F38C-9F73-A20F270C3104}"/>
              </a:ext>
            </a:extLst>
          </p:cNvPr>
          <p:cNvSpPr/>
          <p:nvPr/>
        </p:nvSpPr>
        <p:spPr>
          <a:xfrm>
            <a:off x="2948108" y="4131763"/>
            <a:ext cx="576948" cy="5809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2</a:t>
            </a:r>
            <a:endParaRPr lang="ru-RU" sz="2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E63C31B3-8DF5-10C1-F342-35CFF8F9BBEF}"/>
              </a:ext>
            </a:extLst>
          </p:cNvPr>
          <p:cNvSpPr/>
          <p:nvPr/>
        </p:nvSpPr>
        <p:spPr>
          <a:xfrm>
            <a:off x="5893537" y="4131762"/>
            <a:ext cx="576948" cy="5809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3</a:t>
            </a:r>
            <a:endParaRPr lang="ru-RU" sz="2000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xmlns="" id="{E63B0F7A-FA55-03EE-41A6-BE05456F91F7}"/>
              </a:ext>
            </a:extLst>
          </p:cNvPr>
          <p:cNvCxnSpPr>
            <a:stCxn id="6" idx="2"/>
          </p:cNvCxnSpPr>
          <p:nvPr/>
        </p:nvCxnSpPr>
        <p:spPr>
          <a:xfrm>
            <a:off x="1627616" y="4712675"/>
            <a:ext cx="0" cy="2772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xmlns="" id="{611B7BD0-5382-F106-8C54-041A7516E8AC}"/>
              </a:ext>
            </a:extLst>
          </p:cNvPr>
          <p:cNvCxnSpPr/>
          <p:nvPr/>
        </p:nvCxnSpPr>
        <p:spPr>
          <a:xfrm>
            <a:off x="3236582" y="4712675"/>
            <a:ext cx="0" cy="2772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xmlns="" id="{EFC8F95A-9509-50F3-04E0-273B331F3A68}"/>
              </a:ext>
            </a:extLst>
          </p:cNvPr>
          <p:cNvCxnSpPr/>
          <p:nvPr/>
        </p:nvCxnSpPr>
        <p:spPr>
          <a:xfrm>
            <a:off x="6182011" y="4710256"/>
            <a:ext cx="0" cy="2772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80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122F9F9-82A9-138E-0D7A-48DEC8CAA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59" y="-277651"/>
            <a:ext cx="10858993" cy="1325563"/>
          </a:xfrm>
        </p:spPr>
        <p:txBody>
          <a:bodyPr/>
          <a:lstStyle/>
          <a:p>
            <a:pPr algn="l"/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7D67803-7C61-2D24-3CBF-DD4D04CFD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059" y="796082"/>
            <a:ext cx="10858994" cy="5371254"/>
          </a:xfrm>
        </p:spPr>
        <p:txBody>
          <a:bodyPr>
            <a:normAutofit/>
          </a:bodyPr>
          <a:lstStyle/>
          <a:p>
            <a:r>
              <a:rPr lang="ru-RU" sz="2000" dirty="0"/>
              <a:t>Доступ к файлу </a:t>
            </a:r>
            <a:r>
              <a:rPr lang="en" sz="2000" b="1" dirty="0"/>
              <a:t>ftp.net</a:t>
            </a:r>
            <a:r>
              <a:rPr lang="en" sz="2000" dirty="0"/>
              <a:t>,</a:t>
            </a:r>
            <a:r>
              <a:rPr lang="ru-RU" sz="2000" dirty="0"/>
              <a:t> находящемуся на сервере </a:t>
            </a:r>
            <a:r>
              <a:rPr lang="en" sz="2000" b="1" dirty="0" err="1"/>
              <a:t>txt.org</a:t>
            </a:r>
            <a:r>
              <a:rPr lang="en" sz="2000" dirty="0"/>
              <a:t>,</a:t>
            </a:r>
            <a:r>
              <a:rPr lang="ru-RU" sz="2000" dirty="0"/>
              <a:t> осуществляется по протоколу </a:t>
            </a:r>
            <a:r>
              <a:rPr lang="en" sz="2000" b="1" dirty="0"/>
              <a:t>https</a:t>
            </a:r>
            <a:r>
              <a:rPr lang="en" sz="2000" dirty="0"/>
              <a:t>.</a:t>
            </a:r>
            <a:r>
              <a:rPr lang="ru-RU" sz="2000" dirty="0"/>
              <a:t> Фрагменты адреса файла закодированы цифрами от 1 до 7. Запишите адрес указанного файла в сети Интернет и последовательность цифр, кодирующую этот адрес.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arenR"/>
            </a:pPr>
            <a:r>
              <a:rPr lang="en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 panose="020B0604020202020204" pitchFamily="34" charset="0"/>
              </a:rPr>
              <a:t>.net</a:t>
            </a:r>
            <a:r>
              <a:rPr lang="ru-RU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arenR"/>
            </a:pPr>
            <a:r>
              <a:rPr lang="en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ftp</a:t>
            </a:r>
            <a:r>
              <a:rPr lang="ru-RU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arenR"/>
            </a:pPr>
            <a:r>
              <a:rPr lang="en" sz="2400" dirty="0">
                <a:latin typeface="Helvetica Neue Thin" panose="020B0403020202020204" pitchFamily="34" charset="0"/>
                <a:ea typeface="Helvetica Neue Thin" panose="020B0403020202020204" pitchFamily="34" charset="0"/>
                <a:cs typeface="Arial" panose="020B0604020202020204" pitchFamily="34" charset="0"/>
              </a:rPr>
              <a:t>://</a:t>
            </a:r>
            <a:r>
              <a:rPr lang="ru-RU" sz="2400" dirty="0"/>
              <a:t>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arenR"/>
            </a:pPr>
            <a:r>
              <a:rPr lang="en" sz="24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https</a:t>
            </a:r>
            <a:r>
              <a:rPr lang="ru-RU" sz="2400" dirty="0"/>
              <a:t> 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arenR"/>
            </a:pPr>
            <a:r>
              <a:rPr lang="en" sz="24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/</a:t>
            </a:r>
            <a:r>
              <a:rPr lang="en" sz="2400" dirty="0"/>
              <a:t> </a:t>
            </a:r>
            <a:endParaRPr lang="ru-RU" sz="2400" dirty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arenR"/>
            </a:pPr>
            <a:r>
              <a:rPr lang="en" sz="24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.org </a:t>
            </a:r>
            <a:endParaRPr lang="ru-RU" sz="2400" dirty="0"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AutoNum type="arabicParenR"/>
            </a:pPr>
            <a:r>
              <a:rPr lang="en" sz="2400" dirty="0">
                <a:latin typeface="Helvetica Neue Thin" panose="020B0403020202020204" pitchFamily="34" charset="0"/>
                <a:ea typeface="Helvetica Neue Thin" panose="020B0403020202020204" pitchFamily="34" charset="0"/>
              </a:rPr>
              <a:t>txt</a:t>
            </a:r>
            <a:r>
              <a:rPr lang="en" sz="2400" dirty="0"/>
              <a:t> 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87344FA-F41E-8638-4743-532BA704297B}"/>
              </a:ext>
            </a:extLst>
          </p:cNvPr>
          <p:cNvSpPr txBox="1"/>
          <p:nvPr/>
        </p:nvSpPr>
        <p:spPr>
          <a:xfrm>
            <a:off x="2324496" y="2320353"/>
            <a:ext cx="6108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ru-RU" sz="2000" b="1" dirty="0">
                <a:solidFill>
                  <a:schemeClr val="bg2">
                    <a:lumMod val="25000"/>
                  </a:schemeClr>
                </a:solidFill>
              </a:rPr>
              <a:t>Решение:</a:t>
            </a:r>
            <a:endParaRPr lang="ru-RU" altLang="ru-RU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xmlns="" id="{5AA36F1D-4716-C1B3-C38C-EE3120AEE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79654"/>
              </p:ext>
            </p:extLst>
          </p:nvPr>
        </p:nvGraphicFramePr>
        <p:xfrm>
          <a:off x="3773301" y="2842138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33588218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342355117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16199200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628354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42232142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355368551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3145376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https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://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7245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719965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57D79C1-FE2D-4934-EAAD-24E23D6F8120}"/>
              </a:ext>
            </a:extLst>
          </p:cNvPr>
          <p:cNvSpPr txBox="1"/>
          <p:nvPr/>
        </p:nvSpPr>
        <p:spPr>
          <a:xfrm>
            <a:off x="3773300" y="2321778"/>
            <a:ext cx="9207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tx2"/>
                </a:solidFill>
                <a:effectLst/>
              </a:rPr>
              <a:t>Первая часть адреса фа</a:t>
            </a:r>
            <a:r>
              <a:rPr lang="ru-RU" dirty="0">
                <a:solidFill>
                  <a:schemeClr val="tx2"/>
                </a:solidFill>
              </a:rPr>
              <a:t>й</a:t>
            </a:r>
            <a:r>
              <a:rPr lang="ru-RU" sz="1800" dirty="0">
                <a:solidFill>
                  <a:schemeClr val="tx2"/>
                </a:solidFill>
                <a:effectLst/>
              </a:rPr>
              <a:t>ла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ru-RU" sz="1800" dirty="0">
                <a:solidFill>
                  <a:schemeClr val="tx2"/>
                </a:solidFill>
                <a:effectLst/>
              </a:rPr>
              <a:t>—</a:t>
            </a:r>
            <a:r>
              <a:rPr lang="en-US" sz="1800" dirty="0">
                <a:solidFill>
                  <a:schemeClr val="tx2"/>
                </a:solidFill>
                <a:effectLst/>
              </a:rPr>
              <a:t> </a:t>
            </a:r>
            <a:r>
              <a:rPr lang="ru-RU" sz="1800" dirty="0">
                <a:solidFill>
                  <a:schemeClr val="tx2"/>
                </a:solidFill>
                <a:effectLst/>
              </a:rPr>
              <a:t>название</a:t>
            </a:r>
            <a:r>
              <a:rPr lang="en-US" sz="1800" dirty="0">
                <a:solidFill>
                  <a:schemeClr val="tx2"/>
                </a:solidFill>
                <a:effectLst/>
              </a:rPr>
              <a:t> </a:t>
            </a:r>
            <a:r>
              <a:rPr lang="ru-RU" sz="1800" dirty="0">
                <a:solidFill>
                  <a:schemeClr val="tx2"/>
                </a:solidFill>
                <a:effectLst/>
              </a:rPr>
              <a:t>протокола</a:t>
            </a:r>
            <a:r>
              <a:rPr lang="en-US" sz="1800" dirty="0">
                <a:solidFill>
                  <a:schemeClr val="tx2"/>
                </a:solidFill>
                <a:effectLst/>
              </a:rPr>
              <a:t> </a:t>
            </a:r>
            <a:r>
              <a:rPr lang="ru-RU" sz="1800" dirty="0">
                <a:solidFill>
                  <a:schemeClr val="tx2"/>
                </a:solidFill>
                <a:effectLst/>
              </a:rPr>
              <a:t>со</a:t>
            </a:r>
            <a:r>
              <a:rPr lang="en-US" sz="1800" dirty="0">
                <a:solidFill>
                  <a:schemeClr val="tx2"/>
                </a:solidFill>
                <a:effectLst/>
              </a:rPr>
              <a:t> </a:t>
            </a:r>
            <a:r>
              <a:rPr lang="ru-RU" sz="1800" dirty="0">
                <a:solidFill>
                  <a:schemeClr val="tx2"/>
                </a:solidFill>
                <a:effectLst/>
              </a:rPr>
              <a:t>знаками</a:t>
            </a:r>
            <a:r>
              <a:rPr lang="en-US" sz="1800" dirty="0">
                <a:solidFill>
                  <a:schemeClr val="tx2"/>
                </a:solidFill>
                <a:effectLst/>
              </a:rPr>
              <a:t> </a:t>
            </a:r>
            <a:r>
              <a:rPr lang="ru-RU" sz="1800" dirty="0">
                <a:solidFill>
                  <a:schemeClr val="tx2"/>
                </a:solidFill>
                <a:effectLst/>
                <a:latin typeface="Helvetica Neue Thin" panose="020B0403020202020204" pitchFamily="34" charset="0"/>
                <a:ea typeface="Helvetica Neue Thin" panose="020B0403020202020204" pitchFamily="34" charset="0"/>
              </a:rPr>
              <a:t>://</a:t>
            </a:r>
            <a:r>
              <a:rPr lang="en-US" sz="1800" dirty="0">
                <a:solidFill>
                  <a:schemeClr val="tx2"/>
                </a:solidFill>
                <a:effectLst/>
              </a:rPr>
              <a:t> </a:t>
            </a:r>
            <a:r>
              <a:rPr lang="ru-RU" sz="1800" dirty="0">
                <a:solidFill>
                  <a:schemeClr val="tx2"/>
                </a:solidFill>
                <a:effectLst/>
              </a:rPr>
              <a:t>в</a:t>
            </a:r>
            <a:r>
              <a:rPr lang="en-US" sz="1800" dirty="0">
                <a:solidFill>
                  <a:schemeClr val="tx2"/>
                </a:solidFill>
                <a:effectLst/>
              </a:rPr>
              <a:t> </a:t>
            </a:r>
            <a:r>
              <a:rPr lang="ru-RU" sz="1800" dirty="0">
                <a:solidFill>
                  <a:schemeClr val="tx2"/>
                </a:solidFill>
                <a:effectLst/>
              </a:rPr>
              <a:t>конце: 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3BB0004-45B8-61F0-41AA-C74CFB213570}"/>
              </a:ext>
            </a:extLst>
          </p:cNvPr>
          <p:cNvSpPr txBox="1"/>
          <p:nvPr/>
        </p:nvSpPr>
        <p:spPr>
          <a:xfrm>
            <a:off x="3773299" y="3599469"/>
            <a:ext cx="9207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Вторая часть адреса — доменное имя сервера со знаком </a:t>
            </a:r>
            <a:r>
              <a:rPr lang="ru-RU" dirty="0">
                <a:solidFill>
                  <a:schemeClr val="tx2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/</a:t>
            </a:r>
            <a:r>
              <a:rPr lang="ru-RU" dirty="0">
                <a:solidFill>
                  <a:schemeClr val="tx2"/>
                </a:solidFill>
              </a:rPr>
              <a:t> в конце: </a:t>
            </a:r>
          </a:p>
        </p:txBody>
      </p:sp>
      <p:graphicFrame>
        <p:nvGraphicFramePr>
          <p:cNvPr id="10" name="Таблица 6">
            <a:extLst>
              <a:ext uri="{FF2B5EF4-FFF2-40B4-BE49-F238E27FC236}">
                <a16:creationId xmlns:a16="http://schemas.microsoft.com/office/drawing/2014/main" xmlns="" id="{9B123DA3-6E7E-9112-AC61-3D80CE4B7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576958"/>
              </p:ext>
            </p:extLst>
          </p:nvPr>
        </p:nvGraphicFramePr>
        <p:xfrm>
          <a:off x="3773299" y="3964976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33588218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342355117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16199200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628354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42232142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355368551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3145376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https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://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txt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.org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/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7245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7199658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74568C9-B781-FB0D-77E2-32721AECCD62}"/>
              </a:ext>
            </a:extLst>
          </p:cNvPr>
          <p:cNvSpPr txBox="1"/>
          <p:nvPr/>
        </p:nvSpPr>
        <p:spPr>
          <a:xfrm>
            <a:off x="3773298" y="4692494"/>
            <a:ext cx="9207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Третья часть адреса — имя документа: </a:t>
            </a:r>
          </a:p>
        </p:txBody>
      </p:sp>
      <p:graphicFrame>
        <p:nvGraphicFramePr>
          <p:cNvPr id="12" name="Таблица 6">
            <a:extLst>
              <a:ext uri="{FF2B5EF4-FFF2-40B4-BE49-F238E27FC236}">
                <a16:creationId xmlns:a16="http://schemas.microsoft.com/office/drawing/2014/main" xmlns="" id="{D2811CFB-52E3-DA20-FADD-F9EDD6A61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54188"/>
              </p:ext>
            </p:extLst>
          </p:nvPr>
        </p:nvGraphicFramePr>
        <p:xfrm>
          <a:off x="3773299" y="5146020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33588218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342355117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16199200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6283548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422321427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355368551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3145376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https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://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txt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.org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/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ftp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chemeClr val="tx2"/>
                          </a:solidFill>
                          <a:latin typeface="Helvetica Neue Thin" panose="020B0403020202020204" pitchFamily="34" charset="0"/>
                          <a:ea typeface="Helvetica Neue Thin" panose="020B0403020202020204" pitchFamily="34" charset="0"/>
                        </a:rPr>
                        <a:t>.net</a:t>
                      </a:r>
                      <a:endParaRPr lang="ru-RU" b="0" i="0" dirty="0">
                        <a:solidFill>
                          <a:schemeClr val="tx2"/>
                        </a:solidFill>
                        <a:latin typeface="Helvetica Neue Thin" panose="020B0403020202020204" pitchFamily="34" charset="0"/>
                        <a:ea typeface="Helvetica Neue Thin" panose="020B0403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7245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ru-RU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7199658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9CD140B-8DC6-258E-FEE5-F0C17D1F475D}"/>
              </a:ext>
            </a:extLst>
          </p:cNvPr>
          <p:cNvSpPr txBox="1"/>
          <p:nvPr/>
        </p:nvSpPr>
        <p:spPr>
          <a:xfrm>
            <a:off x="2324496" y="5861863"/>
            <a:ext cx="6108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ru-RU" sz="2000" b="1" dirty="0">
                <a:solidFill>
                  <a:schemeClr val="bg2">
                    <a:lumMod val="25000"/>
                  </a:schemeClr>
                </a:solidFill>
              </a:rPr>
              <a:t>Ответ:</a:t>
            </a:r>
            <a:r>
              <a:rPr lang="en-US" altLang="ru-RU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ru-RU" sz="2000" dirty="0">
                <a:solidFill>
                  <a:schemeClr val="bg2">
                    <a:lumMod val="25000"/>
                  </a:schemeClr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https://txt.org/ftp.net</a:t>
            </a:r>
            <a:r>
              <a:rPr lang="ru-RU" altLang="ru-RU" sz="2000" dirty="0">
                <a:solidFill>
                  <a:schemeClr val="bg2">
                    <a:lumMod val="25000"/>
                  </a:schemeClr>
                </a:solidFill>
              </a:rPr>
              <a:t>, 4376521</a:t>
            </a:r>
          </a:p>
        </p:txBody>
      </p:sp>
    </p:spTree>
    <p:extLst>
      <p:ext uri="{BB962C8B-B14F-4D97-AF65-F5344CB8AC3E}">
        <p14:creationId xmlns:p14="http://schemas.microsoft.com/office/powerpoint/2010/main" val="66369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1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6FC1F0D-1178-96EB-E348-1A967E529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050" y="1306286"/>
            <a:ext cx="7251700" cy="5347028"/>
          </a:xfrm>
        </p:spPr>
        <p:txBody>
          <a:bodyPr/>
          <a:lstStyle/>
          <a:p>
            <a:r>
              <a:rPr lang="ru-RU" b="1" dirty="0" smtClean="0"/>
              <a:t>Всемирная</a:t>
            </a:r>
            <a:r>
              <a:rPr lang="ru-RU" dirty="0" smtClean="0"/>
              <a:t> </a:t>
            </a:r>
            <a:r>
              <a:rPr lang="ru-RU" b="1" dirty="0" smtClean="0"/>
              <a:t>паутина</a:t>
            </a:r>
            <a:r>
              <a:rPr lang="ru-RU" dirty="0" smtClean="0"/>
              <a:t> — служба Интернета для представления информации в виде </a:t>
            </a:r>
            <a:r>
              <a:rPr lang="ru-RU" dirty="0"/>
              <a:t>гипертекста. </a:t>
            </a:r>
          </a:p>
          <a:p>
            <a:r>
              <a:rPr lang="ru-RU" dirty="0"/>
              <a:t>Поиск нужного документа (веб-страницы или веб-сайта) в </a:t>
            </a:r>
            <a:r>
              <a:rPr lang="en" dirty="0"/>
              <a:t>WWW</a:t>
            </a:r>
            <a:r>
              <a:rPr lang="ru-RU" dirty="0"/>
              <a:t> происходит с помощью браузера разными способами: </a:t>
            </a:r>
          </a:p>
          <a:p>
            <a:pPr marL="457200" indent="-457200"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/>
              <a:t>путём указания адреса документа;</a:t>
            </a:r>
          </a:p>
          <a:p>
            <a:pPr marL="457200" indent="-457200"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/>
              <a:t>путём перемещения по паутине гиперсвязей;</a:t>
            </a:r>
          </a:p>
          <a:p>
            <a:pPr marL="457200" indent="-457200"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/>
              <a:t>путём использования поисковых систем. </a:t>
            </a:r>
          </a:p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AC49872-AC7A-68E0-38B9-79A6572DE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178605"/>
            <a:ext cx="11645899" cy="1325563"/>
          </a:xfrm>
        </p:spPr>
        <p:txBody>
          <a:bodyPr/>
          <a:lstStyle/>
          <a:p>
            <a:pPr algn="l"/>
            <a:r>
              <a:rPr lang="ru-RU" dirty="0"/>
              <a:t>ПОИСК ИНФОРМАЦИИ</a:t>
            </a:r>
          </a:p>
        </p:txBody>
      </p:sp>
      <p:pic>
        <p:nvPicPr>
          <p:cNvPr id="6146" name="Picture 2" descr="Как установить Яндекс Браузер в Ubuntu Linux?">
            <a:extLst>
              <a:ext uri="{FF2B5EF4-FFF2-40B4-BE49-F238E27FC236}">
                <a16:creationId xmlns:a16="http://schemas.microsoft.com/office/drawing/2014/main" xmlns="" id="{A01757EA-239F-4185-F997-D4D7635CD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553" y="1306286"/>
            <a:ext cx="2897938" cy="1526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Too many work done with a small input from Google Chrome">
            <a:extLst>
              <a:ext uri="{FF2B5EF4-FFF2-40B4-BE49-F238E27FC236}">
                <a16:creationId xmlns:a16="http://schemas.microsoft.com/office/drawing/2014/main" xmlns="" id="{9F26EC75-248B-F330-0E55-97934EA60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8833" y1="60593" x2="17917" y2="58370"/>
                        <a14:foregroundMark x1="23083" y1="70963" x2="24333" y2="71259"/>
                        <a14:foregroundMark x1="28667" y1="69630" x2="30083" y2="69926"/>
                        <a14:foregroundMark x1="34167" y1="69037" x2="35000" y2="69630"/>
                        <a14:foregroundMark x1="40167" y1="69630" x2="40000" y2="61481"/>
                        <a14:foregroundMark x1="42083" y1="65333" x2="45000" y2="65481"/>
                        <a14:foregroundMark x1="49917" y1="63704" x2="51417" y2="61333"/>
                        <a14:foregroundMark x1="57583" y1="64444" x2="57417" y2="62074"/>
                        <a14:foregroundMark x1="63167" y1="64444" x2="63083" y2="66667"/>
                        <a14:foregroundMark x1="66083" y1="67111" x2="67417" y2="69037"/>
                        <a14:foregroundMark x1="72083" y1="68444" x2="72000" y2="64741"/>
                        <a14:foregroundMark x1="80750" y1="65778" x2="81417" y2="68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460" y="2782654"/>
            <a:ext cx="3763617" cy="2117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Владелец Mozilla Firefox добился аннулирования бренда «Firefox» российской  фирмы - Блог патентного бюро «ПАТЕНТУС» | patentus.ru">
            <a:extLst>
              <a:ext uri="{FF2B5EF4-FFF2-40B4-BE49-F238E27FC236}">
                <a16:creationId xmlns:a16="http://schemas.microsoft.com/office/drawing/2014/main" xmlns="" id="{BDCC513E-FDE1-0021-3C93-1373FC52B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139" y="4628322"/>
            <a:ext cx="2229678" cy="2229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11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Заголовок 2">
            <a:extLst>
              <a:ext uri="{FF2B5EF4-FFF2-40B4-BE49-F238E27FC236}">
                <a16:creationId xmlns:a16="http://schemas.microsoft.com/office/drawing/2014/main" xmlns="" id="{013B2EA5-E91C-9649-9AB2-749E660F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5" y="10692"/>
            <a:ext cx="10858993" cy="1325563"/>
          </a:xfrm>
        </p:spPr>
        <p:txBody>
          <a:bodyPr rtlCol="0">
            <a:normAutofit/>
          </a:bodyPr>
          <a:lstStyle/>
          <a:p>
            <a:pPr algn="l">
              <a:defRPr/>
            </a:pPr>
            <a:r>
              <a:rPr lang="ru-RU" dirty="0"/>
              <a:t>ПОИСКОВЫЕ СИСТЕМЫ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xmlns="" id="{0F346341-4663-5323-28B6-184401FEF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061" y="1664913"/>
            <a:ext cx="10858994" cy="4547423"/>
          </a:xfrm>
        </p:spPr>
        <p:txBody>
          <a:bodyPr/>
          <a:lstStyle/>
          <a:p>
            <a:pPr algn="just"/>
            <a:r>
              <a:rPr lang="ru-RU" altLang="ru-RU" dirty="0"/>
              <a:t>Все системы поиска информации во Всемирной паутине располагаются на специально выделенных компьютерах с мощными каналами связи. </a:t>
            </a:r>
            <a:endParaRPr lang="en-US" altLang="ru-RU" dirty="0"/>
          </a:p>
          <a:p>
            <a:pPr algn="just"/>
            <a:r>
              <a:rPr lang="ru-RU" altLang="ru-RU" dirty="0"/>
              <a:t>Действие поисковых систем основано на постоянном, последовательном изучении всех страниц всех сайтов Всемирной паутины.  </a:t>
            </a:r>
          </a:p>
          <a:p>
            <a:endParaRPr lang="ru-RU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E873CD58-4712-D7BE-BF4C-87F1C46DF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826" y="4611460"/>
            <a:ext cx="4688133" cy="158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xmlns="" id="{99172187-DD49-2926-42BC-06D901D0A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04" y="4533639"/>
            <a:ext cx="3702014" cy="147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06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xmlns="" id="{45EDC0E5-4DEB-224D-99BF-7F8D4D931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041" y="2682875"/>
            <a:ext cx="4899474" cy="1081088"/>
          </a:xfrm>
          <a:prstGeom prst="rect">
            <a:avLst/>
          </a:prstGeom>
          <a:noFill/>
          <a:ln w="57150">
            <a:solidFill>
              <a:srgbClr val="0AB5EC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ru-RU" sz="2800" b="1" dirty="0">
                <a:solidFill>
                  <a:schemeClr val="tx2"/>
                </a:solidFill>
                <a:cs typeface="Arial" charset="0"/>
              </a:rPr>
              <a:t>Поиск по</a:t>
            </a:r>
          </a:p>
          <a:p>
            <a:pPr algn="ctr"/>
            <a:r>
              <a:rPr lang="ru-RU" sz="2800" b="1" dirty="0">
                <a:solidFill>
                  <a:schemeClr val="tx2"/>
                </a:solidFill>
                <a:cs typeface="Arial" charset="0"/>
              </a:rPr>
              <a:t>любому из слов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002B8FC0-6EE3-9649-8378-E880E4DEE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375" y="2682875"/>
            <a:ext cx="4899474" cy="1081088"/>
          </a:xfrm>
          <a:prstGeom prst="rect">
            <a:avLst/>
          </a:prstGeom>
          <a:noFill/>
          <a:ln w="57150">
            <a:solidFill>
              <a:srgbClr val="0AB5EC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ru-RU" sz="2800" b="1" dirty="0">
                <a:solidFill>
                  <a:schemeClr val="tx2"/>
                </a:solidFill>
                <a:cs typeface="Arial" charset="0"/>
              </a:rPr>
              <a:t>Поиск по</a:t>
            </a:r>
          </a:p>
          <a:p>
            <a:pPr algn="ctr"/>
            <a:r>
              <a:rPr lang="ru-RU" sz="2800" b="1" dirty="0">
                <a:solidFill>
                  <a:schemeClr val="tx2"/>
                </a:solidFill>
                <a:cs typeface="Arial" charset="0"/>
              </a:rPr>
              <a:t>всем словам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DB3BB6A9-8BBC-174E-9E09-BA8A8A80B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1738" y="4340225"/>
            <a:ext cx="5181600" cy="1081088"/>
          </a:xfrm>
          <a:prstGeom prst="rect">
            <a:avLst/>
          </a:prstGeom>
          <a:noFill/>
          <a:ln w="57150">
            <a:solidFill>
              <a:srgbClr val="0AB5EC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ru-RU" sz="2800" b="1" dirty="0">
                <a:solidFill>
                  <a:schemeClr val="tx2"/>
                </a:solidFill>
                <a:latin typeface="Arial" charset="0"/>
                <a:cs typeface="Arial" charset="0"/>
              </a:rPr>
              <a:t>Поиск точно</a:t>
            </a:r>
          </a:p>
          <a:p>
            <a:pPr algn="ctr"/>
            <a:r>
              <a:rPr lang="ru-RU" sz="2800" b="1" dirty="0">
                <a:solidFill>
                  <a:schemeClr val="tx2"/>
                </a:solidFill>
                <a:latin typeface="Arial" charset="0"/>
                <a:cs typeface="Arial" charset="0"/>
              </a:rPr>
              <a:t>по фразе</a:t>
            </a:r>
          </a:p>
        </p:txBody>
      </p:sp>
      <p:sp>
        <p:nvSpPr>
          <p:cNvPr id="31772" name="Line 28">
            <a:extLst>
              <a:ext uri="{FF2B5EF4-FFF2-40B4-BE49-F238E27FC236}">
                <a16:creationId xmlns:a16="http://schemas.microsoft.com/office/drawing/2014/main" xmlns="" id="{1DC469BF-73D5-D04D-8623-991B395049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8657" y="1819275"/>
            <a:ext cx="2160588" cy="863600"/>
          </a:xfrm>
          <a:prstGeom prst="line">
            <a:avLst/>
          </a:prstGeom>
          <a:noFill/>
          <a:ln w="38100" algn="ctr">
            <a:solidFill>
              <a:schemeClr val="accent3">
                <a:lumMod val="75000"/>
              </a:schemeClr>
            </a:solidFill>
            <a:round/>
            <a:headEnd type="triangle" w="med" len="med"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Line 28">
            <a:extLst>
              <a:ext uri="{FF2B5EF4-FFF2-40B4-BE49-F238E27FC236}">
                <a16:creationId xmlns:a16="http://schemas.microsoft.com/office/drawing/2014/main" xmlns="" id="{959B5BE4-BCED-D64E-8E22-0E3144FDE45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00682" y="1819275"/>
            <a:ext cx="2089150" cy="863600"/>
          </a:xfrm>
          <a:prstGeom prst="line">
            <a:avLst/>
          </a:prstGeom>
          <a:noFill/>
          <a:ln w="38100" algn="ctr">
            <a:solidFill>
              <a:schemeClr val="accent3">
                <a:lumMod val="75000"/>
              </a:schemeClr>
            </a:solidFill>
            <a:round/>
            <a:headEnd type="triangle" w="med" len="med"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Line 28">
            <a:extLst>
              <a:ext uri="{FF2B5EF4-FFF2-40B4-BE49-F238E27FC236}">
                <a16:creationId xmlns:a16="http://schemas.microsoft.com/office/drawing/2014/main" xmlns="" id="{07552AC7-4402-274C-B469-E37BEEA4AA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29245" y="1819275"/>
            <a:ext cx="0" cy="2520950"/>
          </a:xfrm>
          <a:prstGeom prst="line">
            <a:avLst/>
          </a:prstGeom>
          <a:noFill/>
          <a:ln w="38100" algn="ctr">
            <a:solidFill>
              <a:schemeClr val="accent3">
                <a:lumMod val="75000"/>
              </a:schemeClr>
            </a:solidFill>
            <a:round/>
            <a:headEnd type="triangle" w="med" len="med"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xmlns="" id="{88CCE4AA-C050-6447-9712-23B5DE48E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1738" y="973222"/>
            <a:ext cx="5181600" cy="863600"/>
          </a:xfrm>
          <a:prstGeom prst="rect">
            <a:avLst/>
          </a:prstGeom>
          <a:solidFill>
            <a:srgbClr val="0AB5EC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ru-RU" sz="2800" b="1" dirty="0">
                <a:solidFill>
                  <a:srgbClr val="FFFFFF"/>
                </a:solidFill>
                <a:cs typeface="Arial" charset="0"/>
              </a:rPr>
              <a:t>ПОИСКОВЫЕ ЗАПРОСЫ</a:t>
            </a:r>
          </a:p>
        </p:txBody>
      </p:sp>
    </p:spTree>
    <p:extLst>
      <p:ext uri="{BB962C8B-B14F-4D97-AF65-F5344CB8AC3E}">
        <p14:creationId xmlns:p14="http://schemas.microsoft.com/office/powerpoint/2010/main" val="55491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81" name="Group 65">
            <a:extLst>
              <a:ext uri="{FF2B5EF4-FFF2-40B4-BE49-F238E27FC236}">
                <a16:creationId xmlns:a16="http://schemas.microsoft.com/office/drawing/2014/main" xmlns="" id="{1BECE927-09F2-4A42-BFBF-9EAE32F1F9E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97495980"/>
              </p:ext>
            </p:extLst>
          </p:nvPr>
        </p:nvGraphicFramePr>
        <p:xfrm>
          <a:off x="677333" y="1196976"/>
          <a:ext cx="10882489" cy="4097319"/>
        </p:xfrm>
        <a:graphic>
          <a:graphicData uri="http://schemas.openxmlformats.org/drawingml/2006/table">
            <a:tbl>
              <a:tblPr/>
              <a:tblGrid>
                <a:gridCol w="26429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755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15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Логическая связка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Пример поискового запроса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Комментарий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293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~ – логическое «НЕ»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~  канарейки &amp; щеглы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Будут отобраны все страницы, где нет упоминаний о канарейках, но присутствует слово «щеглы»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535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| – логическое «ИЛИ»</a:t>
                      </a: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канарейки | щеглы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Поиск по любому из слов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1031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&amp; – логическое «И»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канарейки &amp; щеглы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Поиск по всем словам в пределах предложения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4563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канарейки &amp;&amp; щеглы 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Поиск по всем словам в пределах документа 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4363" name="Заголовок 2">
            <a:extLst>
              <a:ext uri="{FF2B5EF4-FFF2-40B4-BE49-F238E27FC236}">
                <a16:creationId xmlns:a16="http://schemas.microsoft.com/office/drawing/2014/main" xmlns="" id="{40BA7030-B161-B44F-A6F1-7661D557F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80824"/>
            <a:ext cx="9443156" cy="633412"/>
          </a:xfrm>
        </p:spPr>
        <p:txBody>
          <a:bodyPr rtlCol="0">
            <a:noAutofit/>
          </a:bodyPr>
          <a:lstStyle/>
          <a:p>
            <a:pPr algn="l">
              <a:defRPr/>
            </a:pPr>
            <a:r>
              <a:rPr lang="ru-RU" dirty="0"/>
              <a:t>ЛОГИЧЕСКИЕ СВЯЗКИ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76EC37E-BC76-3545-B178-C06C367CE574}"/>
              </a:ext>
            </a:extLst>
          </p:cNvPr>
          <p:cNvSpPr txBox="1"/>
          <p:nvPr/>
        </p:nvSpPr>
        <p:spPr>
          <a:xfrm>
            <a:off x="1024875" y="5477035"/>
            <a:ext cx="63738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ПРИОРИТЕТ ВЫПОЛНЕНИЯ ОПЕРАЦИЙ: 1) логическое НЕ  </a:t>
            </a:r>
          </a:p>
          <a:p>
            <a:r>
              <a:rPr lang="ru-RU" dirty="0">
                <a:solidFill>
                  <a:schemeClr val="tx2"/>
                </a:solidFill>
              </a:rPr>
              <a:t>                                                             2)логическое И  </a:t>
            </a:r>
          </a:p>
          <a:p>
            <a:r>
              <a:rPr lang="ru-RU" dirty="0">
                <a:solidFill>
                  <a:schemeClr val="tx2"/>
                </a:solidFill>
              </a:rPr>
              <a:t>                                                             3) логическое ИЛИ</a:t>
            </a:r>
          </a:p>
        </p:txBody>
      </p:sp>
    </p:spTree>
    <p:extLst>
      <p:ext uri="{BB962C8B-B14F-4D97-AF65-F5344CB8AC3E}">
        <p14:creationId xmlns:p14="http://schemas.microsoft.com/office/powerpoint/2010/main" val="764054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522CEB41-969F-BDFF-C9CD-BB52AE8902A8}"/>
              </a:ext>
            </a:extLst>
          </p:cNvPr>
          <p:cNvSpPr/>
          <p:nvPr/>
        </p:nvSpPr>
        <p:spPr>
          <a:xfrm>
            <a:off x="286871" y="269316"/>
            <a:ext cx="11636188" cy="63107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665955" y="323103"/>
            <a:ext cx="10860087" cy="1325563"/>
          </a:xfrm>
        </p:spPr>
        <p:txBody>
          <a:bodyPr>
            <a:normAutofit/>
          </a:bodyPr>
          <a:lstStyle/>
          <a:p>
            <a:r>
              <a:rPr lang="ru-RU" sz="4000" b="1" dirty="0"/>
              <a:t>КРУГИ ЭЙЛЕРА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56"/>
          <a:stretch/>
        </p:blipFill>
        <p:spPr bwMode="auto">
          <a:xfrm>
            <a:off x="286871" y="1593030"/>
            <a:ext cx="11503710" cy="2314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45789" y="4092389"/>
            <a:ext cx="241829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канарейки &amp; щеглы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702746" y="4088514"/>
            <a:ext cx="2379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канарейки | щеглы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585995" y="3973027"/>
            <a:ext cx="2450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 канарейки щеглы</a:t>
            </a:r>
          </a:p>
        </p:txBody>
      </p:sp>
    </p:spTree>
    <p:extLst>
      <p:ext uri="{BB962C8B-B14F-4D97-AF65-F5344CB8AC3E}">
        <p14:creationId xmlns:p14="http://schemas.microsoft.com/office/powerpoint/2010/main" val="126028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DB344DE-9BBC-E33A-88A9-007C4DCF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ru-RU" sz="3200" dirty="0"/>
              <a:t>ЕСЛИ В РЕЗУЛЬТАТЕ ПОИСКА ВЫ НЕ НАШЛИ </a:t>
            </a:r>
            <a:br>
              <a:rPr lang="ru-RU" sz="3200" dirty="0"/>
            </a:br>
            <a:r>
              <a:rPr lang="ru-RU" sz="3200" dirty="0"/>
              <a:t>НИ  ОДНОГО ПОДХОДЯЩЕГО ДОКУМЕНТА, НУЖНО: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B03BCEB-B755-70C9-DC14-FBE2BFB64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6" y="1737892"/>
            <a:ext cx="10858994" cy="4043130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spcBef>
                <a:spcPts val="12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/>
              <a:t>проверить правильность написания ключевых слов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/>
              <a:t>проверить правильность использования логических связок подобрать и использовать синонимы ключевых слов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/>
              <a:t>изменить логику запроса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/>
              <a:t>воспользоваться другой поисковой системой (</a:t>
            </a:r>
            <a:r>
              <a:rPr lang="en" i="1" dirty="0"/>
              <a:t>yandex.ru</a:t>
            </a:r>
            <a:r>
              <a:rPr lang="en" dirty="0"/>
              <a:t>,</a:t>
            </a:r>
            <a:r>
              <a:rPr lang="ru-RU" dirty="0"/>
              <a:t> </a:t>
            </a:r>
            <a:r>
              <a:rPr lang="en" i="1" dirty="0" smtClean="0"/>
              <a:t>google.com</a:t>
            </a:r>
            <a:r>
              <a:rPr lang="ru-RU" i="1" dirty="0" smtClean="0"/>
              <a:t>  </a:t>
            </a:r>
            <a:r>
              <a:rPr lang="ru-RU" dirty="0" smtClean="0"/>
              <a:t>и </a:t>
            </a:r>
            <a:r>
              <a:rPr lang="ru-RU" dirty="0"/>
              <a:t>т. д.)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604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CD99634-71DA-4056-BB8C-1B3A807B8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503" y="17951"/>
            <a:ext cx="10858993" cy="1325563"/>
          </a:xfrm>
        </p:spPr>
        <p:txBody>
          <a:bodyPr/>
          <a:lstStyle/>
          <a:p>
            <a:r>
              <a:rPr lang="ru-RU" dirty="0"/>
              <a:t>ПОИСК ПО КАРТИНКЕ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30867D0-8592-40D6-B840-AC9E42D78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6" y="1670786"/>
            <a:ext cx="7217186" cy="3165875"/>
          </a:xfrm>
        </p:spPr>
        <p:txBody>
          <a:bodyPr>
            <a:normAutofit fontScale="92500"/>
          </a:bodyPr>
          <a:lstStyle/>
          <a:p>
            <a:r>
              <a:rPr lang="ru-RU" dirty="0"/>
              <a:t>Визуальный поиск — современная технология, основанная на искусственном интеллекте, когда сама картинка используется в качестве поискового запроса. </a:t>
            </a:r>
          </a:p>
          <a:p>
            <a:r>
              <a:rPr lang="ru-RU" dirty="0"/>
              <a:t>Достаточно иметь фото того, что вас интересует, и поисковая система найдёт нужную вам информацию без утомительного ввода текстовых запросов.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FFA421EB-A753-4EF2-900D-8D6AA348A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877" y="1670787"/>
            <a:ext cx="3580854" cy="3165876"/>
          </a:xfrm>
          <a:prstGeom prst="rect">
            <a:avLst/>
          </a:prstGeom>
        </p:spPr>
      </p:pic>
      <p:pic>
        <p:nvPicPr>
          <p:cNvPr id="1026" name="Picture 2" descr="Как искать информацию по картинке в Гугл и Яндекс">
            <a:extLst>
              <a:ext uri="{FF2B5EF4-FFF2-40B4-BE49-F238E27FC236}">
                <a16:creationId xmlns:a16="http://schemas.microsoft.com/office/drawing/2014/main" xmlns="" id="{F48C39AD-E2CC-4C65-8A6D-BADFA6772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124" y="4967368"/>
            <a:ext cx="762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54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D0AA7E2-0889-8C0F-A3C6-ECD886DF3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ДОСТОВЕРНОСТЬ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363CC06-9154-6C4E-699C-5F0B9F84B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Интернет является зоной свободного доступа, в которой абсолютно каждый может не только искать ту или иную информацию, но и размещать в ней всё, что сочтёт возможным. </a:t>
            </a:r>
          </a:p>
          <a:p>
            <a:r>
              <a:rPr lang="ru-RU" dirty="0"/>
              <a:t>Эти данные никем не контролируются и не проверяются, а поэтому они могут быть недостоверными и субъективными.</a:t>
            </a:r>
          </a:p>
          <a:p>
            <a:endParaRPr lang="ru-RU" dirty="0"/>
          </a:p>
        </p:txBody>
      </p:sp>
      <p:pic>
        <p:nvPicPr>
          <p:cNvPr id="3074" name="Picture 2" descr="ЖАЛГАН МААЛЫМАТ ТАРАТКАНДАР ЖООПКЕРЧИЛИККЕ ТАРТЫЛАТ | Аймак">
            <a:extLst>
              <a:ext uri="{FF2B5EF4-FFF2-40B4-BE49-F238E27FC236}">
                <a16:creationId xmlns:a16="http://schemas.microsoft.com/office/drawing/2014/main" xmlns="" id="{336816B6-41D0-6A47-7245-1CE4FD5BE885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0" r="462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Как и почему возникла теория о плоской Земле | РБК Тренды">
            <a:extLst>
              <a:ext uri="{FF2B5EF4-FFF2-40B4-BE49-F238E27FC236}">
                <a16:creationId xmlns:a16="http://schemas.microsoft.com/office/drawing/2014/main" xmlns="" id="{3476530A-AE80-16BD-A8C0-CC17A6104FD4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3" b="6403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70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FA45ECE9-520A-9356-6F7A-6B8CF91DD6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3050" y="1325563"/>
            <a:ext cx="11030490" cy="4824919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sz="2400" dirty="0"/>
              <a:t>Используйте информацию, найденную </a:t>
            </a:r>
            <a:br>
              <a:rPr lang="ru-RU" sz="2400" dirty="0"/>
            </a:br>
            <a:r>
              <a:rPr lang="ru-RU" sz="2400" dirty="0"/>
              <a:t>на надёжных сайтах.</a:t>
            </a:r>
          </a:p>
          <a:p>
            <a:pPr marL="285750" indent="-285750">
              <a:lnSpc>
                <a:spcPct val="100000"/>
              </a:lnSpc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sz="2400" dirty="0"/>
              <a:t>Используйте не менее трёх различных</a:t>
            </a:r>
            <a:br>
              <a:rPr lang="ru-RU" sz="2400" dirty="0"/>
            </a:br>
            <a:r>
              <a:rPr lang="ru-RU" sz="2400" dirty="0"/>
              <a:t>источников, содержащих похожую </a:t>
            </a:r>
            <a:br>
              <a:rPr lang="ru-RU" sz="2400" dirty="0"/>
            </a:br>
            <a:r>
              <a:rPr lang="ru-RU" sz="2400" dirty="0"/>
              <a:t>информацию; сравнивайте данные на </a:t>
            </a:r>
            <a:br>
              <a:rPr lang="ru-RU" sz="2400" dirty="0"/>
            </a:br>
            <a:r>
              <a:rPr lang="ru-RU" sz="2400" dirty="0"/>
              <a:t>интересующую вас тему, приведённые </a:t>
            </a:r>
            <a:br>
              <a:rPr lang="ru-RU" sz="2400" dirty="0"/>
            </a:br>
            <a:r>
              <a:rPr lang="ru-RU" sz="2400" dirty="0"/>
              <a:t>на разных сайтах. </a:t>
            </a:r>
          </a:p>
          <a:p>
            <a:pPr marL="285750" indent="-285750">
              <a:lnSpc>
                <a:spcPct val="100000"/>
              </a:lnSpc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sz="2400" dirty="0"/>
              <a:t>Проверяйте, подтверждаются ли найденные вами материалы сведениями, содержащимися в других проверенных источниках </a:t>
            </a:r>
            <a:br>
              <a:rPr lang="ru-RU" sz="2400" dirty="0"/>
            </a:br>
            <a:r>
              <a:rPr lang="ru-RU" sz="2400" dirty="0"/>
              <a:t>(в учебниках, справочниках, энциклопедиях и т. д.).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0C60E19-EBD6-85EE-6C92-157243756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49" y="0"/>
            <a:ext cx="6497638" cy="1325563"/>
          </a:xfrm>
        </p:spPr>
        <p:txBody>
          <a:bodyPr/>
          <a:lstStyle/>
          <a:p>
            <a:r>
              <a:rPr lang="ru-RU" dirty="0"/>
              <a:t>РЕКОМЕНДАЦИИ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FB14B12-F194-4C2C-AD84-414FD438A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033" y="310892"/>
            <a:ext cx="453390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3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671947" y="228600"/>
            <a:ext cx="10858993" cy="1325563"/>
          </a:xfrm>
        </p:spPr>
        <p:txBody>
          <a:bodyPr/>
          <a:lstStyle/>
          <a:p>
            <a:r>
              <a:rPr lang="ru-RU" dirty="0" smtClean="0"/>
              <a:t>САЙТУ МОЖНО ДОВЕРЯТЬ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Сайт можно считать надёжным, если: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указано авторство сайта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указаны контакты авторов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указаны источники содержащейся на сайте информации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информация на сайте обновляется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информация представлена аккуратно, тексты не содержат ошибок и опечаток</a:t>
            </a:r>
          </a:p>
          <a:p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l="52599" t="1220" r="-325" b="12162"/>
          <a:stretch/>
        </p:blipFill>
        <p:spPr>
          <a:xfrm>
            <a:off x="9105900" y="1755373"/>
            <a:ext cx="1399540" cy="135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4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671947" y="228600"/>
            <a:ext cx="10858993" cy="1325563"/>
          </a:xfrm>
        </p:spPr>
        <p:txBody>
          <a:bodyPr/>
          <a:lstStyle/>
          <a:p>
            <a:r>
              <a:rPr lang="ru-RU" dirty="0" smtClean="0"/>
              <a:t>САЙТУ НЕЛЬЗЯ ДОВЕРЯТЬ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Сайт нельзя считать надёжным, если: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 указано 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авторство сайта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 указаны 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контакты авторов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 указаны 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источники содержащейся на сайте информации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информация на сайте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 обновляется</a:t>
            </a:r>
            <a:endParaRPr lang="ru-RU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0AB5EC"/>
              </a:buClr>
              <a:buFont typeface="Системный шрифт, обычный"/>
              <a:buChar char="✦"/>
            </a:pP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информация представлена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небрежно, 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тексты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содержат ошибки 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dirty="0" smtClean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опечатки</a:t>
            </a:r>
            <a:endParaRPr lang="ru-RU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r="50325"/>
          <a:stretch/>
        </p:blipFill>
        <p:spPr>
          <a:xfrm>
            <a:off x="8086725" y="1498596"/>
            <a:ext cx="1711511" cy="183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77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4">
            <a:extLst>
              <a:ext uri="{FF2B5EF4-FFF2-40B4-BE49-F238E27FC236}">
                <a16:creationId xmlns:a16="http://schemas.microsoft.com/office/drawing/2014/main" xmlns="" id="{3CFD728B-0E41-4BC8-423D-1DD88E09A82B}"/>
              </a:ext>
            </a:extLst>
          </p:cNvPr>
          <p:cNvSpPr txBox="1">
            <a:spLocks/>
          </p:cNvSpPr>
          <p:nvPr/>
        </p:nvSpPr>
        <p:spPr>
          <a:xfrm>
            <a:off x="1687010" y="91440"/>
            <a:ext cx="10202095" cy="534463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AB5EC"/>
              </a:buClr>
              <a:buFont typeface="Системный шрифт, обычный"/>
              <a:buChar char="✦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AB5EC"/>
              </a:buClr>
              <a:buFont typeface="Системный шрифт, обычный"/>
              <a:buChar char="✦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AB5EC"/>
              </a:buClr>
              <a:buFont typeface="Системный шрифт, обычный"/>
              <a:buChar char="✦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AB5EC"/>
              </a:buClr>
              <a:buFont typeface="Системный шрифт, обычный"/>
              <a:buChar char="✦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AB5EC"/>
              </a:buClr>
              <a:buFont typeface="Системный шрифт, обычный"/>
              <a:buChar char="✦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Компьютерная сеть </a:t>
            </a:r>
            <a:r>
              <a:rPr lang="ru-RU" dirty="0"/>
              <a:t>— это два и более компьютеров, соединённых каналами связи. </a:t>
            </a:r>
            <a:endParaRPr lang="ru-RU" sz="2400" dirty="0"/>
          </a:p>
          <a:p>
            <a:pPr marL="0" indent="0">
              <a:buNone/>
            </a:pPr>
            <a:r>
              <a:rPr lang="ru-RU" b="1" dirty="0"/>
              <a:t>Скорость передачи данных </a:t>
            </a:r>
            <a:r>
              <a:rPr lang="ru-RU" dirty="0"/>
              <a:t>— это объём данных, передаваемых по каналу связи за единицу времени (например, за 1 с). </a:t>
            </a:r>
            <a:endParaRPr lang="ru-RU" sz="2400" dirty="0"/>
          </a:p>
          <a:p>
            <a:pPr marL="0" indent="0">
              <a:buNone/>
            </a:pPr>
            <a:r>
              <a:rPr lang="ru-RU" b="1" dirty="0"/>
              <a:t>Интернет</a:t>
            </a:r>
            <a:r>
              <a:rPr lang="ru-RU" dirty="0"/>
              <a:t> — это глобальная сеть, объединяющая многочисленные компьютерные сети и компьютеры отдельных пользователей, распределённые по всему миру; предназначена для обмена информацией. </a:t>
            </a:r>
            <a:endParaRPr lang="ru-RU" sz="2400" dirty="0"/>
          </a:p>
          <a:p>
            <a:pPr marL="0" indent="0">
              <a:buNone/>
            </a:pPr>
            <a:r>
              <a:rPr lang="ru-RU" b="1" dirty="0"/>
              <a:t>Протокол</a:t>
            </a:r>
            <a:r>
              <a:rPr lang="ru-RU" dirty="0"/>
              <a:t> — это набор правил, используемых при передаче данных. </a:t>
            </a:r>
            <a:endParaRPr lang="ru-RU" sz="2400" dirty="0"/>
          </a:p>
          <a:p>
            <a:pPr marL="0" indent="0">
              <a:buNone/>
            </a:pPr>
            <a:r>
              <a:rPr lang="ru-RU" b="1" dirty="0"/>
              <a:t>Веб-страница</a:t>
            </a:r>
            <a:r>
              <a:rPr lang="ru-RU" dirty="0"/>
              <a:t> — это отдельный документ в Интернете, который может содержать текст, графику, звук, видео и гиперссылки. </a:t>
            </a:r>
            <a:endParaRPr lang="ru-RU" sz="2400" dirty="0"/>
          </a:p>
          <a:p>
            <a:pPr marL="0" indent="0">
              <a:buNone/>
            </a:pPr>
            <a:r>
              <a:rPr lang="ru-RU" b="1" dirty="0"/>
              <a:t>Веб-сайт</a:t>
            </a:r>
            <a:r>
              <a:rPr lang="ru-RU" dirty="0"/>
              <a:t> — это группа веб-страниц, объединённых общей идеей и связанных с помощью гиперссылок. </a:t>
            </a:r>
            <a:endParaRPr lang="ru-RU" sz="2400" dirty="0"/>
          </a:p>
          <a:p>
            <a:pPr marL="0" indent="0">
              <a:buNone/>
            </a:pPr>
            <a:r>
              <a:rPr lang="ru-RU" b="1" dirty="0"/>
              <a:t>Всемирная паутина </a:t>
            </a:r>
            <a:r>
              <a:rPr lang="ru-RU" dirty="0"/>
              <a:t>— служба Интернета  для представления информации в виде гипертекста. Перемещаться пользователю по «паутине» помогают специальные программы, которые называются</a:t>
            </a:r>
            <a:r>
              <a:rPr lang="en-US" dirty="0"/>
              <a:t> </a:t>
            </a:r>
            <a:r>
              <a:rPr lang="ru-RU" b="1" dirty="0"/>
              <a:t>браузерами</a:t>
            </a:r>
            <a:r>
              <a:rPr lang="ru-RU" dirty="0"/>
              <a:t>.</a:t>
            </a:r>
            <a:r>
              <a:rPr lang="en-US" dirty="0"/>
              <a:t>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К данным, которые вы получили в результате поиска в Интернете, следует относиться критически и предпринимать шаги для того, чтобы убедиться в достоверности найденной информации.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9110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C3AD681-56E7-440F-C289-1BB6C1CC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И 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920A7C7-7291-528E-9406-4343D958A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вы понимаете смысл фразы: «Возможность передачи знаний, информации — основа прогресса всего общества в целом и каждого человека в отдельности»? </a:t>
            </a:r>
          </a:p>
        </p:txBody>
      </p:sp>
    </p:spTree>
    <p:extLst>
      <p:ext uri="{BB962C8B-B14F-4D97-AF65-F5344CB8AC3E}">
        <p14:creationId xmlns:p14="http://schemas.microsoft.com/office/powerpoint/2010/main" val="273124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94EC8655-2FCF-6D87-F16E-98F64CD3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И ЗАДАНИЯ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xmlns="" id="{67CA7FAA-0FEE-4DC6-A11C-29A3BBB97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Скорость передачи данных по некоторому каналу связи равна 512 000 бит/с. Передача файла по этому каналу занимает 16 с. Определите объём файла в килобайтах.</a:t>
            </a:r>
          </a:p>
        </p:txBody>
      </p:sp>
    </p:spTree>
    <p:extLst>
      <p:ext uri="{BB962C8B-B14F-4D97-AF65-F5344CB8AC3E}">
        <p14:creationId xmlns:p14="http://schemas.microsoft.com/office/powerpoint/2010/main" val="343392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F1A8C8A-A744-4587-9064-C13550EF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И 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B0EF407-D781-4EE4-BBD3-AB1BAD60F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Проанализируйте следующие адреса:</a:t>
            </a:r>
          </a:p>
          <a:p>
            <a:pPr marL="719138"/>
            <a:endParaRPr lang="ru-RU" dirty="0"/>
          </a:p>
          <a:p>
            <a:pPr marL="719138"/>
            <a:r>
              <a:rPr lang="ru-RU" dirty="0"/>
              <a:t>а) https://konkurskit.ru/online-test.php</a:t>
            </a:r>
          </a:p>
          <a:p>
            <a:pPr marL="719138"/>
            <a:endParaRPr lang="ru-RU" dirty="0"/>
          </a:p>
          <a:p>
            <a:pPr marL="719138"/>
            <a:r>
              <a:rPr lang="ru-RU" dirty="0"/>
              <a:t>б) https://resh.edu.ru/subject/19/7/</a:t>
            </a:r>
          </a:p>
          <a:p>
            <a:pPr marL="719138"/>
            <a:endParaRPr lang="ru-RU" dirty="0"/>
          </a:p>
          <a:p>
            <a:pPr marL="719138"/>
            <a:r>
              <a:rPr lang="ru-RU" dirty="0"/>
              <a:t>в) https://olimpiada.ru/activity/73/tasks</a:t>
            </a:r>
          </a:p>
        </p:txBody>
      </p:sp>
    </p:spTree>
    <p:extLst>
      <p:ext uri="{BB962C8B-B14F-4D97-AF65-F5344CB8AC3E}">
        <p14:creationId xmlns:p14="http://schemas.microsoft.com/office/powerpoint/2010/main" val="407775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0F499B5-8E9E-426B-9FDD-3C195D5EF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И 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1A08384-16EC-4154-A865-03EB2C7DF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711" y="1898247"/>
            <a:ext cx="6565433" cy="3802161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Доступ к файлу </a:t>
            </a:r>
            <a:r>
              <a:rPr lang="ru-RU" b="1" dirty="0"/>
              <a:t>game.ppt</a:t>
            </a:r>
            <a:r>
              <a:rPr lang="ru-RU" dirty="0"/>
              <a:t>, находящемуся на сервере </a:t>
            </a:r>
            <a:r>
              <a:rPr lang="ru-RU" b="1" dirty="0"/>
              <a:t>help.ru</a:t>
            </a:r>
            <a:r>
              <a:rPr lang="ru-RU" dirty="0"/>
              <a:t>, осуществляется по протоколу </a:t>
            </a:r>
            <a:r>
              <a:rPr lang="ru-RU" b="1" dirty="0" err="1"/>
              <a:t>http</a:t>
            </a:r>
            <a:r>
              <a:rPr lang="ru-RU" dirty="0"/>
              <a:t>. Фрагменты адреса файла закодированы цифрами от 1 до 7.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Запишите адрес указанного файла в сети Интернет и последовательность цифр, кодирующую этот адрес.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113DA5A-1105-4E66-BDB7-58797D25A94A}"/>
              </a:ext>
            </a:extLst>
          </p:cNvPr>
          <p:cNvSpPr txBox="1"/>
          <p:nvPr/>
        </p:nvSpPr>
        <p:spPr>
          <a:xfrm>
            <a:off x="8759757" y="1927429"/>
            <a:ext cx="2504873" cy="3539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1) //</a:t>
            </a:r>
          </a:p>
          <a:p>
            <a:r>
              <a:rPr lang="en-US" sz="3200" dirty="0">
                <a:solidFill>
                  <a:schemeClr val="tx2"/>
                </a:solidFill>
              </a:rPr>
              <a:t>2) /</a:t>
            </a:r>
          </a:p>
          <a:p>
            <a:r>
              <a:rPr lang="en-US" sz="3200" dirty="0">
                <a:solidFill>
                  <a:schemeClr val="tx2"/>
                </a:solidFill>
              </a:rPr>
              <a:t>3) http:</a:t>
            </a:r>
          </a:p>
          <a:p>
            <a:r>
              <a:rPr lang="en-US" sz="3200" dirty="0">
                <a:solidFill>
                  <a:schemeClr val="tx2"/>
                </a:solidFill>
              </a:rPr>
              <a:t>4) </a:t>
            </a:r>
            <a:r>
              <a:rPr lang="en-US" sz="3200" dirty="0" err="1">
                <a:solidFill>
                  <a:schemeClr val="tx2"/>
                </a:solidFill>
              </a:rPr>
              <a:t>ru</a:t>
            </a:r>
            <a:endParaRPr lang="en-US" sz="3200" dirty="0">
              <a:solidFill>
                <a:schemeClr val="tx2"/>
              </a:solidFill>
            </a:endParaRPr>
          </a:p>
          <a:p>
            <a:r>
              <a:rPr lang="en-US" sz="3200" dirty="0">
                <a:solidFill>
                  <a:schemeClr val="tx2"/>
                </a:solidFill>
              </a:rPr>
              <a:t>5) help.</a:t>
            </a:r>
          </a:p>
          <a:p>
            <a:r>
              <a:rPr lang="en-US" sz="3200" dirty="0">
                <a:solidFill>
                  <a:schemeClr val="tx2"/>
                </a:solidFill>
              </a:rPr>
              <a:t>6) game</a:t>
            </a:r>
          </a:p>
          <a:p>
            <a:r>
              <a:rPr lang="en-US" sz="3200" dirty="0">
                <a:solidFill>
                  <a:schemeClr val="tx2"/>
                </a:solidFill>
              </a:rPr>
              <a:t>7) .ppt</a:t>
            </a: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17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C3AD681-56E7-440F-C289-1BB6C1CC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И 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920A7C7-7291-528E-9406-4343D958A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Знаете ли вы адрес сайта вашей школы? </a:t>
            </a:r>
          </a:p>
          <a:p>
            <a:r>
              <a:rPr lang="ru-RU" dirty="0"/>
              <a:t>Какие сайты вы рекомендовали бы посетить своим одноклассникам? Приведите адреса 3–4 таких сайтов.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959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AA2B381-DC24-94F6-9722-F6C855FCA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И ЗАДАНИЯ</a:t>
            </a:r>
          </a:p>
        </p:txBody>
      </p:sp>
      <p:graphicFrame>
        <p:nvGraphicFramePr>
          <p:cNvPr id="39985" name="Group 49">
            <a:extLst>
              <a:ext uri="{FF2B5EF4-FFF2-40B4-BE49-F238E27FC236}">
                <a16:creationId xmlns:a16="http://schemas.microsoft.com/office/drawing/2014/main" xmlns="" id="{56807668-19DA-C54D-8813-D73BD34355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461157"/>
              </p:ext>
            </p:extLst>
          </p:nvPr>
        </p:nvGraphicFramePr>
        <p:xfrm>
          <a:off x="761272" y="2635250"/>
          <a:ext cx="10860086" cy="1855470"/>
        </p:xfrm>
        <a:graphic>
          <a:graphicData uri="http://schemas.openxmlformats.org/drawingml/2006/table">
            <a:tbl>
              <a:tblPr/>
              <a:tblGrid>
                <a:gridCol w="7307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2931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charset="0"/>
                        </a:rPr>
                        <a:t>1)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charset="0"/>
                        </a:rPr>
                        <a:t>бульдог | доберман | уход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charset="0"/>
                        </a:rPr>
                        <a:t>2)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charset="0"/>
                        </a:rPr>
                        <a:t>бульдог | доберман | уход | питомник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charset="0"/>
                        </a:rPr>
                        <a:t>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charset="0"/>
                        </a:rPr>
                        <a:t>доберман | бульдог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charset="0"/>
                        </a:rPr>
                        <a:t>4)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charset="0"/>
                        </a:rPr>
                        <a:t>(доберман | бульдог) &amp; уход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0" name="Содержимое 2">
            <a:extLst>
              <a:ext uri="{FF2B5EF4-FFF2-40B4-BE49-F238E27FC236}">
                <a16:creationId xmlns:a16="http://schemas.microsoft.com/office/drawing/2014/main" xmlns="" id="{6BE65C37-F898-A544-31CD-1256DA76AF9B}"/>
              </a:ext>
            </a:extLst>
          </p:cNvPr>
          <p:cNvSpPr txBox="1">
            <a:spLocks/>
          </p:cNvSpPr>
          <p:nvPr/>
        </p:nvSpPr>
        <p:spPr>
          <a:xfrm>
            <a:off x="671946" y="1898248"/>
            <a:ext cx="10858994" cy="4547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ru-RU" altLang="ru-RU" sz="2400" dirty="0"/>
              <a:t>Приведены запросы к поисковой системе:</a:t>
            </a:r>
          </a:p>
          <a:p>
            <a:pPr algn="just">
              <a:spcBef>
                <a:spcPct val="50000"/>
              </a:spcBef>
            </a:pPr>
            <a:endParaRPr lang="ru-RU" altLang="ru-RU" sz="2400" dirty="0"/>
          </a:p>
          <a:p>
            <a:pPr algn="just">
              <a:spcBef>
                <a:spcPct val="50000"/>
              </a:spcBef>
            </a:pPr>
            <a:endParaRPr lang="ru-RU" altLang="ru-RU" sz="2400" dirty="0"/>
          </a:p>
          <a:p>
            <a:pPr algn="just">
              <a:spcBef>
                <a:spcPct val="50000"/>
              </a:spcBef>
            </a:pPr>
            <a:endParaRPr lang="ru-RU" altLang="ru-RU" sz="2400" dirty="0"/>
          </a:p>
          <a:p>
            <a:pPr algn="just">
              <a:spcBef>
                <a:spcPct val="50000"/>
              </a:spcBef>
            </a:pPr>
            <a:endParaRPr lang="ru-RU" altLang="ru-RU" sz="2400" dirty="0"/>
          </a:p>
          <a:p>
            <a:pPr algn="just">
              <a:spcBef>
                <a:spcPct val="50000"/>
              </a:spcBef>
            </a:pPr>
            <a:endParaRPr lang="ru-RU" altLang="ru-RU" sz="2400" dirty="0"/>
          </a:p>
          <a:p>
            <a:pPr algn="just">
              <a:spcBef>
                <a:spcPct val="50000"/>
              </a:spcBef>
            </a:pPr>
            <a:r>
              <a:rPr lang="ru-RU" altLang="ru-RU" sz="2400" dirty="0"/>
              <a:t>Представьте результаты запросов графически с помощью кругов Эйлера. Укажите номера запросов в порядке возрастания количества документов, которые найдёт поисковая система по каждому запросу.</a:t>
            </a:r>
          </a:p>
        </p:txBody>
      </p:sp>
    </p:spTree>
    <p:extLst>
      <p:ext uri="{BB962C8B-B14F-4D97-AF65-F5344CB8AC3E}">
        <p14:creationId xmlns:p14="http://schemas.microsoft.com/office/powerpoint/2010/main" val="285561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>
            <a:extLst>
              <a:ext uri="{FF2B5EF4-FFF2-40B4-BE49-F238E27FC236}">
                <a16:creationId xmlns:a16="http://schemas.microsoft.com/office/drawing/2014/main" xmlns="" id="{505C0197-41CC-6040-BE82-87FED643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>
              <a:defRPr/>
            </a:pPr>
            <a:r>
              <a:rPr lang="ru-RU" dirty="0"/>
              <a:t>ВОПРОСЫ И ЗАДАНИЯ</a:t>
            </a:r>
            <a:endParaRPr lang="ru-RU" dirty="0">
              <a:latin typeface="+mn-lt"/>
              <a:ea typeface="+mn-ea"/>
              <a:cs typeface="+mn-cs"/>
            </a:endParaRPr>
          </a:p>
        </p:txBody>
      </p:sp>
      <p:sp>
        <p:nvSpPr>
          <p:cNvPr id="23555" name="Содержимое 2">
            <a:extLst>
              <a:ext uri="{FF2B5EF4-FFF2-40B4-BE49-F238E27FC236}">
                <a16:creationId xmlns:a16="http://schemas.microsoft.com/office/drawing/2014/main" xmlns="" id="{557413BB-6056-134B-8BD2-9D72DFBA0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altLang="ru-RU" dirty="0"/>
              <a:t>Кто такой Норберт Винер и какова его роль в исследовании информационных процессов?</a:t>
            </a:r>
          </a:p>
        </p:txBody>
      </p:sp>
    </p:spTree>
    <p:extLst>
      <p:ext uri="{BB962C8B-B14F-4D97-AF65-F5344CB8AC3E}">
        <p14:creationId xmlns:p14="http://schemas.microsoft.com/office/powerpoint/2010/main" val="302375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>
            <a:extLst>
              <a:ext uri="{FF2B5EF4-FFF2-40B4-BE49-F238E27FC236}">
                <a16:creationId xmlns:a16="http://schemas.microsoft.com/office/drawing/2014/main" xmlns="" id="{505C0197-41CC-6040-BE82-87FED643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>
              <a:defRPr/>
            </a:pPr>
            <a:r>
              <a:rPr lang="ru-RU" dirty="0"/>
              <a:t>ВОПРОСЫ И ЗАДАНИЯ</a:t>
            </a:r>
            <a:endParaRPr lang="ru-RU" dirty="0">
              <a:latin typeface="+mn-lt"/>
              <a:ea typeface="+mn-ea"/>
              <a:cs typeface="+mn-cs"/>
            </a:endParaRPr>
          </a:p>
        </p:txBody>
      </p:sp>
      <p:sp>
        <p:nvSpPr>
          <p:cNvPr id="23555" name="Содержимое 2">
            <a:extLst>
              <a:ext uri="{FF2B5EF4-FFF2-40B4-BE49-F238E27FC236}">
                <a16:creationId xmlns:a16="http://schemas.microsoft.com/office/drawing/2014/main" xmlns="" id="{557413BB-6056-134B-8BD2-9D72DFBA0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altLang="ru-RU" dirty="0"/>
              <a:t>Кто такой Клод Шеннон и чем он знаменит?</a:t>
            </a:r>
          </a:p>
        </p:txBody>
      </p:sp>
    </p:spTree>
    <p:extLst>
      <p:ext uri="{BB962C8B-B14F-4D97-AF65-F5344CB8AC3E}">
        <p14:creationId xmlns:p14="http://schemas.microsoft.com/office/powerpoint/2010/main" val="3288629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>
            <a:extLst>
              <a:ext uri="{FF2B5EF4-FFF2-40B4-BE49-F238E27FC236}">
                <a16:creationId xmlns:a16="http://schemas.microsoft.com/office/drawing/2014/main" xmlns="" id="{505C0197-41CC-6040-BE82-87FED643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>
              <a:defRPr/>
            </a:pPr>
            <a:r>
              <a:rPr lang="ru-RU" dirty="0"/>
              <a:t>ВОПРОСЫ И ЗАДАНИЯ</a:t>
            </a:r>
            <a:endParaRPr lang="ru-RU" dirty="0">
              <a:latin typeface="+mn-lt"/>
              <a:ea typeface="+mn-ea"/>
              <a:cs typeface="+mn-cs"/>
            </a:endParaRPr>
          </a:p>
        </p:txBody>
      </p:sp>
      <p:sp>
        <p:nvSpPr>
          <p:cNvPr id="23555" name="Содержимое 2">
            <a:extLst>
              <a:ext uri="{FF2B5EF4-FFF2-40B4-BE49-F238E27FC236}">
                <a16:creationId xmlns:a16="http://schemas.microsoft.com/office/drawing/2014/main" xmlns="" id="{557413BB-6056-134B-8BD2-9D72DFBA0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altLang="ru-RU" dirty="0"/>
              <a:t>Кем и когда был введен термин «гипертекст»?</a:t>
            </a:r>
          </a:p>
        </p:txBody>
      </p:sp>
    </p:spTree>
    <p:extLst>
      <p:ext uri="{BB962C8B-B14F-4D97-AF65-F5344CB8AC3E}">
        <p14:creationId xmlns:p14="http://schemas.microsoft.com/office/powerpoint/2010/main" val="39827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>
            <a:extLst>
              <a:ext uri="{FF2B5EF4-FFF2-40B4-BE49-F238E27FC236}">
                <a16:creationId xmlns:a16="http://schemas.microsoft.com/office/drawing/2014/main" xmlns="" id="{505C0197-41CC-6040-BE82-87FED643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>
              <a:defRPr/>
            </a:pPr>
            <a:r>
              <a:rPr lang="ru-RU" dirty="0"/>
              <a:t>ВОПРОСЫ И ЗАДАНИЯ</a:t>
            </a:r>
            <a:endParaRPr lang="ru-RU" dirty="0">
              <a:latin typeface="+mn-lt"/>
              <a:ea typeface="+mn-ea"/>
              <a:cs typeface="+mn-cs"/>
            </a:endParaRPr>
          </a:p>
        </p:txBody>
      </p:sp>
      <p:sp>
        <p:nvSpPr>
          <p:cNvPr id="23555" name="Содержимое 2">
            <a:extLst>
              <a:ext uri="{FF2B5EF4-FFF2-40B4-BE49-F238E27FC236}">
                <a16:creationId xmlns:a16="http://schemas.microsoft.com/office/drawing/2014/main" xmlns="" id="{557413BB-6056-134B-8BD2-9D72DFBA0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altLang="ru-RU" dirty="0"/>
              <a:t>Кого считают изобретателем </a:t>
            </a:r>
            <a:r>
              <a:rPr lang="en-US" altLang="ru-RU" dirty="0"/>
              <a:t>WWW</a:t>
            </a:r>
            <a:r>
              <a:rPr lang="ru-RU" altLang="ru-RU" dirty="0"/>
              <a:t>? Когда это произошло?</a:t>
            </a:r>
          </a:p>
        </p:txBody>
      </p:sp>
    </p:spTree>
    <p:extLst>
      <p:ext uri="{BB962C8B-B14F-4D97-AF65-F5344CB8AC3E}">
        <p14:creationId xmlns:p14="http://schemas.microsoft.com/office/powerpoint/2010/main" val="37091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>
            <a:extLst>
              <a:ext uri="{FF2B5EF4-FFF2-40B4-BE49-F238E27FC236}">
                <a16:creationId xmlns:a16="http://schemas.microsoft.com/office/drawing/2014/main" xmlns="" id="{505C0197-41CC-6040-BE82-87FED643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>
              <a:defRPr/>
            </a:pPr>
            <a:r>
              <a:rPr lang="ru-RU" dirty="0"/>
              <a:t>ВОПРОСЫ И ЗАДАНИЯ</a:t>
            </a:r>
            <a:endParaRPr lang="ru-RU" dirty="0">
              <a:latin typeface="+mn-lt"/>
              <a:ea typeface="+mn-ea"/>
              <a:cs typeface="+mn-cs"/>
            </a:endParaRPr>
          </a:p>
        </p:txBody>
      </p:sp>
      <p:sp>
        <p:nvSpPr>
          <p:cNvPr id="23555" name="Содержимое 2">
            <a:extLst>
              <a:ext uri="{FF2B5EF4-FFF2-40B4-BE49-F238E27FC236}">
                <a16:creationId xmlns:a16="http://schemas.microsoft.com/office/drawing/2014/main" xmlns="" id="{557413BB-6056-134B-8BD2-9D72DFBA0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altLang="ru-RU" dirty="0"/>
              <a:t>Кто такой Эйлер, в честь кого названа графическая схема, обозначающая отношения между множествами?</a:t>
            </a:r>
          </a:p>
        </p:txBody>
      </p:sp>
    </p:spTree>
    <p:extLst>
      <p:ext uri="{BB962C8B-B14F-4D97-AF65-F5344CB8AC3E}">
        <p14:creationId xmlns:p14="http://schemas.microsoft.com/office/powerpoint/2010/main" val="652062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EFCBD46-92C1-7931-681F-21C23375D50C}"/>
              </a:ext>
            </a:extLst>
          </p:cNvPr>
          <p:cNvSpPr txBox="1"/>
          <p:nvPr/>
        </p:nvSpPr>
        <p:spPr>
          <a:xfrm>
            <a:off x="1965960" y="335280"/>
            <a:ext cx="9966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tx2"/>
                </a:solidFill>
              </a:rPr>
              <a:t>Интернет</a:t>
            </a:r>
            <a:r>
              <a:rPr lang="ru-RU" sz="2000" dirty="0">
                <a:solidFill>
                  <a:schemeClr val="tx2"/>
                </a:solidFill>
              </a:rPr>
              <a:t> – это﻿ глобальная﻿ сеть,﻿ объединяющая﻿ многочисленные﻿ компьютерные﻿ сети﻿ и﻿ компьютеры﻿ отдельных﻿ пользователей,﻿ распределённые﻿ по﻿ всему﻿ миру;﻿ предназначена﻿ для﻿ обмена﻿ информацией.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2CDDF4A7-F044-FA4D-108F-2D418310B16D}"/>
              </a:ext>
            </a:extLst>
          </p:cNvPr>
          <p:cNvSpPr/>
          <p:nvPr/>
        </p:nvSpPr>
        <p:spPr>
          <a:xfrm>
            <a:off x="2727959" y="1460498"/>
            <a:ext cx="1311813" cy="2308324"/>
          </a:xfrm>
          <a:prstGeom prst="rect">
            <a:avLst/>
          </a:prstGeom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Адрес документа в Интернете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B45FAD58-EB69-6F7B-17A1-0230B73B0896}"/>
              </a:ext>
            </a:extLst>
          </p:cNvPr>
          <p:cNvSpPr/>
          <p:nvPr/>
        </p:nvSpPr>
        <p:spPr>
          <a:xfrm>
            <a:off x="4218843" y="1951645"/>
            <a:ext cx="1916723" cy="1415241"/>
          </a:xfrm>
          <a:prstGeom prst="rect">
            <a:avLst/>
          </a:prstGeom>
          <a:noFill/>
          <a:ln w="57150">
            <a:solidFill>
              <a:srgbClr val="0AB5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2"/>
                </a:solidFill>
              </a:rPr>
              <a:t>название протокола со знаками :// в конце названия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xmlns="" id="{8A729C12-E518-1FAF-7CCD-21B9E07F05EB}"/>
              </a:ext>
            </a:extLst>
          </p:cNvPr>
          <p:cNvSpPr/>
          <p:nvPr/>
        </p:nvSpPr>
        <p:spPr>
          <a:xfrm>
            <a:off x="6431280" y="1951645"/>
            <a:ext cx="1916723" cy="1415241"/>
          </a:xfrm>
          <a:prstGeom prst="rect">
            <a:avLst/>
          </a:prstGeom>
          <a:noFill/>
          <a:ln w="57150">
            <a:solidFill>
              <a:srgbClr val="0AB5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0AB5EC"/>
              </a:buClr>
            </a:pPr>
            <a:r>
              <a:rPr lang="ru-RU" sz="1400" dirty="0">
                <a:solidFill>
                  <a:schemeClr val="tx2"/>
                </a:solidFill>
              </a:rPr>
              <a:t>доменное имя сервера со знаком / в конце имени;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xmlns="" id="{D7272E38-E45C-80A9-EC33-EDF39299F312}"/>
              </a:ext>
            </a:extLst>
          </p:cNvPr>
          <p:cNvSpPr/>
          <p:nvPr/>
        </p:nvSpPr>
        <p:spPr>
          <a:xfrm>
            <a:off x="8643717" y="1951645"/>
            <a:ext cx="1916723" cy="1415241"/>
          </a:xfrm>
          <a:prstGeom prst="rect">
            <a:avLst/>
          </a:prstGeom>
          <a:noFill/>
          <a:ln w="57150">
            <a:solidFill>
              <a:srgbClr val="0AB5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2"/>
                </a:solidFill>
              </a:rPr>
              <a:t>полное имя документа на сервере, где он находится</a:t>
            </a:r>
            <a:endParaRPr lang="ru-RU" sz="1050" dirty="0">
              <a:solidFill>
                <a:schemeClr val="tx2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9498B9C7-DD07-462F-2F1B-CA6FC98A583C}"/>
              </a:ext>
            </a:extLst>
          </p:cNvPr>
          <p:cNvSpPr/>
          <p:nvPr/>
        </p:nvSpPr>
        <p:spPr>
          <a:xfrm>
            <a:off x="4039772" y="1809605"/>
            <a:ext cx="2250831" cy="1647316"/>
          </a:xfrm>
          <a:prstGeom prst="rect">
            <a:avLst/>
          </a:prstGeom>
          <a:noFill/>
          <a:ln w="571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xmlns="" id="{C69F43A2-E654-F7FB-6445-AB677636F866}"/>
              </a:ext>
            </a:extLst>
          </p:cNvPr>
          <p:cNvSpPr/>
          <p:nvPr/>
        </p:nvSpPr>
        <p:spPr>
          <a:xfrm>
            <a:off x="4032592" y="1631421"/>
            <a:ext cx="4466639" cy="1993023"/>
          </a:xfrm>
          <a:prstGeom prst="rect">
            <a:avLst/>
          </a:prstGeom>
          <a:noFill/>
          <a:ln w="571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xmlns="" id="{4E7AC390-D651-D826-A491-A1658C72A151}"/>
              </a:ext>
            </a:extLst>
          </p:cNvPr>
          <p:cNvSpPr/>
          <p:nvPr/>
        </p:nvSpPr>
        <p:spPr>
          <a:xfrm>
            <a:off x="4032591" y="1500605"/>
            <a:ext cx="6830012" cy="2249290"/>
          </a:xfrm>
          <a:prstGeom prst="rect">
            <a:avLst/>
          </a:prstGeom>
          <a:noFill/>
          <a:ln w="571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xmlns="" id="{642E4143-1C19-084B-57F1-AF282F838E2C}"/>
              </a:ext>
            </a:extLst>
          </p:cNvPr>
          <p:cNvGrpSpPr/>
          <p:nvPr/>
        </p:nvGrpSpPr>
        <p:grpSpPr>
          <a:xfrm>
            <a:off x="3255834" y="3882681"/>
            <a:ext cx="6850527" cy="2268217"/>
            <a:chOff x="299835" y="973222"/>
            <a:chExt cx="11531426" cy="3197417"/>
          </a:xfrm>
        </p:grpSpPr>
        <p:sp>
          <p:nvSpPr>
            <p:cNvPr id="31" name="Rectangle 6">
              <a:extLst>
                <a:ext uri="{FF2B5EF4-FFF2-40B4-BE49-F238E27FC236}">
                  <a16:creationId xmlns:a16="http://schemas.microsoft.com/office/drawing/2014/main" xmlns="" id="{8FEAF8BD-4DC7-4523-05BF-10F6B6D63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835" y="2682876"/>
              <a:ext cx="5352682" cy="485586"/>
            </a:xfrm>
            <a:prstGeom prst="rect">
              <a:avLst/>
            </a:prstGeom>
            <a:noFill/>
            <a:ln w="57150">
              <a:solidFill>
                <a:srgbClr val="0AB5EC"/>
              </a:solidFill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ru-RU" dirty="0">
                  <a:solidFill>
                    <a:schemeClr val="tx2"/>
                  </a:solidFill>
                  <a:cs typeface="Arial" charset="0"/>
                </a:rPr>
                <a:t>Поиск по любому из слов</a:t>
              </a:r>
            </a:p>
          </p:txBody>
        </p:sp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xmlns="" id="{5047F2D4-C7E0-1F2E-93A9-EFF71EA56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6375" y="2682876"/>
              <a:ext cx="5164886" cy="485586"/>
            </a:xfrm>
            <a:prstGeom prst="rect">
              <a:avLst/>
            </a:prstGeom>
            <a:noFill/>
            <a:ln w="57150">
              <a:solidFill>
                <a:srgbClr val="0AB5EC"/>
              </a:solidFill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ru-RU" dirty="0">
                  <a:solidFill>
                    <a:schemeClr val="tx2"/>
                  </a:solidFill>
                  <a:cs typeface="Arial" charset="0"/>
                </a:rPr>
                <a:t>Поиск по всем словам</a:t>
              </a:r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xmlns="" id="{77870E44-E29A-874B-918D-077A39BCD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738" y="3630095"/>
              <a:ext cx="5181600" cy="540544"/>
            </a:xfrm>
            <a:prstGeom prst="rect">
              <a:avLst/>
            </a:prstGeom>
            <a:noFill/>
            <a:ln w="57150">
              <a:solidFill>
                <a:srgbClr val="0AB5EC"/>
              </a:solidFill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ru-RU" dirty="0">
                  <a:solidFill>
                    <a:schemeClr val="tx2"/>
                  </a:solidFill>
                  <a:latin typeface="Arial" charset="0"/>
                  <a:cs typeface="Arial" charset="0"/>
                </a:rPr>
                <a:t>Поиск точно по фразе</a:t>
              </a:r>
            </a:p>
          </p:txBody>
        </p:sp>
        <p:sp>
          <p:nvSpPr>
            <p:cNvPr id="36" name="Line 28">
              <a:extLst>
                <a:ext uri="{FF2B5EF4-FFF2-40B4-BE49-F238E27FC236}">
                  <a16:creationId xmlns:a16="http://schemas.microsoft.com/office/drawing/2014/main" xmlns="" id="{72938439-09C6-98DB-36DA-BEF6D45796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8657" y="1819275"/>
              <a:ext cx="2160588" cy="863600"/>
            </a:xfrm>
            <a:prstGeom prst="line">
              <a:avLst/>
            </a:prstGeom>
            <a:noFill/>
            <a:ln w="38100" algn="ctr">
              <a:solidFill>
                <a:schemeClr val="accent3">
                  <a:lumMod val="75000"/>
                </a:schemeClr>
              </a:solidFill>
              <a:round/>
              <a:headEnd type="triangle" w="med" len="med"/>
              <a:tailEnd/>
            </a:ln>
            <a:effectLst>
              <a:outerShdw dist="23000" dir="5400000" rotWithShape="0">
                <a:srgbClr val="00000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ru-RU" sz="1200"/>
            </a:p>
          </p:txBody>
        </p:sp>
        <p:sp>
          <p:nvSpPr>
            <p:cNvPr id="37" name="Line 28">
              <a:extLst>
                <a:ext uri="{FF2B5EF4-FFF2-40B4-BE49-F238E27FC236}">
                  <a16:creationId xmlns:a16="http://schemas.microsoft.com/office/drawing/2014/main" xmlns="" id="{AB28E4AF-7AE7-3F45-2326-400944E675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00682" y="1819275"/>
              <a:ext cx="2089150" cy="863600"/>
            </a:xfrm>
            <a:prstGeom prst="line">
              <a:avLst/>
            </a:prstGeom>
            <a:noFill/>
            <a:ln w="38100" algn="ctr">
              <a:solidFill>
                <a:schemeClr val="accent3">
                  <a:lumMod val="75000"/>
                </a:schemeClr>
              </a:solidFill>
              <a:round/>
              <a:headEnd type="triangle" w="med" len="med"/>
              <a:tailEnd/>
            </a:ln>
            <a:effectLst>
              <a:outerShdw dist="23000" dir="5400000" rotWithShape="0">
                <a:srgbClr val="000000">
                  <a:alpha val="34999"/>
                </a:srgbClr>
              </a:outerShdw>
            </a:effectLst>
          </p:spPr>
          <p:txBody>
            <a:bodyPr/>
            <a:lstStyle/>
            <a:p>
              <a:endParaRPr lang="ru-RU" sz="1200"/>
            </a:p>
          </p:txBody>
        </p:sp>
        <p:sp>
          <p:nvSpPr>
            <p:cNvPr id="38" name="Line 28">
              <a:extLst>
                <a:ext uri="{FF2B5EF4-FFF2-40B4-BE49-F238E27FC236}">
                  <a16:creationId xmlns:a16="http://schemas.microsoft.com/office/drawing/2014/main" xmlns="" id="{A5F12768-574F-E49B-D26B-138468ADCE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29244" y="1819275"/>
              <a:ext cx="2" cy="1726289"/>
            </a:xfrm>
            <a:prstGeom prst="line">
              <a:avLst/>
            </a:prstGeom>
            <a:noFill/>
            <a:ln w="38100" algn="ctr">
              <a:solidFill>
                <a:schemeClr val="accent3">
                  <a:lumMod val="75000"/>
                </a:schemeClr>
              </a:solidFill>
              <a:round/>
              <a:headEnd type="triangle" w="med" len="med"/>
              <a:tailEnd/>
            </a:ln>
            <a:effectLst>
              <a:outerShdw dist="23000" dir="5400000" rotWithShape="0">
                <a:srgbClr val="000000">
                  <a:alpha val="34999"/>
                </a:srgbClr>
              </a:outerShdw>
            </a:effectLst>
          </p:spPr>
          <p:txBody>
            <a:bodyPr/>
            <a:lstStyle/>
            <a:p>
              <a:endParaRPr lang="ru-RU" sz="1200"/>
            </a:p>
          </p:txBody>
        </p:sp>
        <p:sp>
          <p:nvSpPr>
            <p:cNvPr id="39" name="Rectangle 6">
              <a:extLst>
                <a:ext uri="{FF2B5EF4-FFF2-40B4-BE49-F238E27FC236}">
                  <a16:creationId xmlns:a16="http://schemas.microsoft.com/office/drawing/2014/main" xmlns="" id="{76914FD8-9F1E-B69F-7E4C-0BAA7C3B7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738" y="973222"/>
              <a:ext cx="5181600" cy="863600"/>
            </a:xfrm>
            <a:prstGeom prst="rect">
              <a:avLst/>
            </a:prstGeom>
            <a:solidFill>
              <a:srgbClr val="0AB5EC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ru-RU" dirty="0">
                  <a:solidFill>
                    <a:srgbClr val="FFFFFF"/>
                  </a:solidFill>
                  <a:cs typeface="Arial" charset="0"/>
                </a:rPr>
                <a:t>ПОИСКОВЫЕ ЗАПРОСЫ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117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Босова">
      <a:dk1>
        <a:srgbClr val="A1A1A1"/>
      </a:dk1>
      <a:lt1>
        <a:srgbClr val="FFFFFF"/>
      </a:lt1>
      <a:dk2>
        <a:srgbClr val="2A3442"/>
      </a:dk2>
      <a:lt2>
        <a:srgbClr val="D5D5D5"/>
      </a:lt2>
      <a:accent1>
        <a:srgbClr val="00A3DA"/>
      </a:accent1>
      <a:accent2>
        <a:srgbClr val="ED7D31"/>
      </a:accent2>
      <a:accent3>
        <a:srgbClr val="808080"/>
      </a:accent3>
      <a:accent4>
        <a:srgbClr val="FFC000"/>
      </a:accent4>
      <a:accent5>
        <a:srgbClr val="5B9BD5"/>
      </a:accent5>
      <a:accent6>
        <a:srgbClr val="70AD47"/>
      </a:accent6>
      <a:hlink>
        <a:srgbClr val="0082FF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14114</TotalTime>
  <Words>1553</Words>
  <Application>Microsoft Office PowerPoint</Application>
  <PresentationFormat>Широкоэкранный</PresentationFormat>
  <Paragraphs>289</Paragraphs>
  <Slides>40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51" baseType="lpstr">
      <vt:lpstr>Arial</vt:lpstr>
      <vt:lpstr>Baskerville</vt:lpstr>
      <vt:lpstr>Brush Script MT</vt:lpstr>
      <vt:lpstr>Calibri</vt:lpstr>
      <vt:lpstr>Helvetica Neue</vt:lpstr>
      <vt:lpstr>Helvetica Neue Thin</vt:lpstr>
      <vt:lpstr>Symbol</vt:lpstr>
      <vt:lpstr>Times New Roman</vt:lpstr>
      <vt:lpstr>Trebuchet MS</vt:lpstr>
      <vt:lpstr>Системный шрифт, обычный</vt:lpstr>
      <vt:lpstr>Тема Office</vt:lpstr>
      <vt:lpstr>КОМПЬЮТЕРНЫЕ СЕТИ</vt:lpstr>
      <vt:lpstr>КЛЮЧЕВЫЕ СЛОВА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ЗАДАЧА</vt:lpstr>
      <vt:lpstr>ПОМЕХОУСТОЙЧИВОЕ КОДИРОВАНИЕ</vt:lpstr>
      <vt:lpstr>АДРЕСАЦИЯ В СЕТИ ИНТЕРНЕТ</vt:lpstr>
      <vt:lpstr>Презентация PowerPoint</vt:lpstr>
      <vt:lpstr>ДОМЕННАЯ СИСТЕМА ИМЁН</vt:lpstr>
      <vt:lpstr>ДОМЕНЫ ВЕРХНЕГО УРОВНЯ</vt:lpstr>
      <vt:lpstr>ДОМЕННОЕ ИМЯ</vt:lpstr>
      <vt:lpstr>ОРГАНИЗАЦИЯ WWW</vt:lpstr>
      <vt:lpstr>СТРУКТУРА АДРЕСОВ ВЕБ-РЕСУРСОВ</vt:lpstr>
      <vt:lpstr>ЗАДАЧА</vt:lpstr>
      <vt:lpstr>ПОИСК ИНФОРМАЦИИ</vt:lpstr>
      <vt:lpstr>ПОИСКОВЫЕ СИСТЕМЫ</vt:lpstr>
      <vt:lpstr>Презентация PowerPoint</vt:lpstr>
      <vt:lpstr>ЛОГИЧЕСКИЕ СВЯЗКИ</vt:lpstr>
      <vt:lpstr>КРУГИ ЭЙЛЕРА</vt:lpstr>
      <vt:lpstr>ЕСЛИ В РЕЗУЛЬТАТЕ ПОИСКА ВЫ НЕ НАШЛИ  НИ  ОДНОГО ПОДХОДЯЩЕГО ДОКУМЕНТА, НУЖНО: </vt:lpstr>
      <vt:lpstr>ПОИСК ПО КАРТИНКЕ</vt:lpstr>
      <vt:lpstr>ДОСТОВЕРНОСТЬ ИНФОРМАЦИИ</vt:lpstr>
      <vt:lpstr>РЕКОМЕНДАЦИИ</vt:lpstr>
      <vt:lpstr>САЙТУ МОЖНО ДОВЕРЯТЬ</vt:lpstr>
      <vt:lpstr>САЙТУ НЕЛЬЗЯ ДОВЕРЯТЬ</vt:lpstr>
      <vt:lpstr>Презентация PowerPoint</vt:lpstr>
      <vt:lpstr>ВОПРОСЫ И ЗАДАНИЯ</vt:lpstr>
      <vt:lpstr>ВОПРОСЫ И ЗАДАНИЯ</vt:lpstr>
      <vt:lpstr>ВОПРОСЫ И ЗАДАНИЯ</vt:lpstr>
      <vt:lpstr>ВОПРОСЫ И ЗАДАНИЯ</vt:lpstr>
      <vt:lpstr>ВОПРОСЫ И ЗАДАНИЯ</vt:lpstr>
      <vt:lpstr>ВОПРОСЫ И ЗАДАНИЯ</vt:lpstr>
      <vt:lpstr>ВОПРОСЫ И ЗАДАНИЯ</vt:lpstr>
      <vt:lpstr>ВОПРОСЫ И ЗАДАНИЯ</vt:lpstr>
      <vt:lpstr>ВОПРОСЫ И ЗАДАНИЯ</vt:lpstr>
      <vt:lpstr>ВОПРОСЫ И ЗАДАНИЯ</vt:lpstr>
      <vt:lpstr>ВОПРОСЫ И ЗАДАНИЯ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И ДАННЫЕ</dc:title>
  <dc:creator>Microsoft Office User</dc:creator>
  <cp:lastModifiedBy>akulll</cp:lastModifiedBy>
  <cp:revision>41</cp:revision>
  <dcterms:created xsi:type="dcterms:W3CDTF">2022-06-06T08:49:50Z</dcterms:created>
  <dcterms:modified xsi:type="dcterms:W3CDTF">2024-07-19T10:35:47Z</dcterms:modified>
</cp:coreProperties>
</file>